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4f2561419a9cd466.png"/>
  <Relationship Id="rId3" Type="http://schemas.openxmlformats.org/officeDocument/2006/relationships/image" Target="../media/image_76913b592fb3c5e2.png"/>
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79aa61a16b0ce908.png"/>
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7aefc6be5a3a553c.png"/>
  <Relationship Id="rId3" Type="http://schemas.openxmlformats.org/officeDocument/2006/relationships/image" Target="../media/image_76913b592fb3c5e2.png"/>
  <Relationship Id="rId4" Type="http://schemas.openxmlformats.org/officeDocument/2006/relationships/image" Target="../media/image_7df6c9656f158744.png"/>
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Cherry Studi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cover-background Layout"/>
          <p:cNvPicPr>
            <a:picLocks noChangeAspect="1"/>
          </p:cNvPicPr>
          <p:nvPr/>
        </p:nvPicPr>
        <p:blipFill>
          <a:blip r:embed="rId2"/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ayout-cover-logo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1000"/>
            <a:ext cx="2831404" cy="952500"/>
          </a:xfrm>
          <a:prstGeom prst="rect">
            <a:avLst/>
          </a:prstGeom>
        </p:spPr>
      </p:pic>
      <p:sp>
        <p:nvSpPr>
          <p:cNvPr id="4" name="layout-cover-vertical-rule Layout"/>
          <p:cNvSpPr/>
          <p:nvPr/>
        </p:nvSpPr>
        <p:spPr>
          <a:xfrm>
            <a:off x="685800" y="1714500"/>
            <a:ext cx="28575" cy="1905000"/>
          </a:xfrm>
          <a:prstGeom prst="roundRect">
            <a:avLst>
              <a:gd name="adj" fmla="val 50000"/>
            </a:avLst>
          </a:prstGeom>
          <a:solidFill>
            <a:srgbClr val="0B5CFF">
              <a:alpha val="35000"/>
            </a:srgbClr>
          </a:solidFill>
          <a:ln>
            <a:noFill/>
          </a:ln>
        </p:spPr>
      </p:sp>
      <p:sp>
        <p:nvSpPr>
          <p:cNvPr id="5" name="layout-cover-title-rule Layout"/>
          <p:cNvSpPr/>
          <p:nvPr/>
        </p:nvSpPr>
        <p:spPr>
          <a:xfrm>
            <a:off x="1028700" y="3295650"/>
            <a:ext cx="762000" cy="28575"/>
          </a:xfrm>
          <a:prstGeom prst="roundRect">
            <a:avLst>
              <a:gd name="adj" fmla="val 50000"/>
            </a:avLst>
          </a:prstGeom>
          <a:solidFill>
            <a:srgbClr val="0B5CFF">
              <a:alpha val="50000"/>
            </a:srgbClr>
          </a:solidFill>
          <a:ln>
            <a:noFill/>
          </a:ln>
        </p:spPr>
      </p:sp>
      <p:sp>
        <p:nvSpPr>
          <p:cNvPr id="6" name="cover-title-slot Placeholder"/>
          <p:cNvSpPr>
            <a:spLocks noGrp="1"/>
          </p:cNvSpPr>
          <p:nvPr>
            <p:ph type="title"/>
          </p:nvPr>
        </p:nvSpPr>
        <p:spPr>
          <a:xfrm>
            <a:off x="1028700" y="2000250"/>
            <a:ext cx="7239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000"/>
            </a:lvl1pPr>
          </a:lstStyle>
          <a:p>
            <a:r>
              <a:rPr lang="en-US" sz="300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title</a:t>
            </a:r>
            <a:endParaRPr lang="en-US"/>
          </a:p>
        </p:txBody>
      </p:sp>
      <p:sp>
        <p:nvSpPr>
          <p:cNvPr id="7" name="cover-subtitle-slot Placeholder"/>
          <p:cNvSpPr>
            <a:spLocks noGrp="1"/>
          </p:cNvSpPr>
          <p:nvPr>
            <p:ph type="subTitle" idx="1"/>
          </p:nvPr>
        </p:nvSpPr>
        <p:spPr>
          <a:xfrm>
            <a:off x="1028700" y="2628900"/>
            <a:ext cx="72390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500"/>
            </a:lvl1pPr>
          </a:lstStyle>
          <a:p>
            <a:pPr marL="0" indent="0">
              <a:buNone/>
            </a:pPr>
            <a:r>
              <a:rPr lang="en-US" sz="150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Click to add subtitle</a:t>
            </a:r>
            <a:endParaRPr lang="en-US"/>
          </a:p>
        </p:txBody>
      </p:sp>
      <p:sp>
        <p:nvSpPr>
          <p:cNvPr id="8" name="cover-author-slot Placeholder"/>
          <p:cNvSpPr>
            <a:spLocks noGrp="1"/>
          </p:cNvSpPr>
          <p:nvPr>
            <p:ph type="body" idx="2"/>
          </p:nvPr>
        </p:nvSpPr>
        <p:spPr>
          <a:xfrm>
            <a:off x="1028700" y="3486150"/>
            <a:ext cx="49530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200"/>
            </a:lvl1pPr>
          </a:lstStyle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9" name="cover-date-slot Placeholder"/>
          <p:cNvSpPr>
            <a:spLocks noGrp="1"/>
          </p:cNvSpPr>
          <p:nvPr>
            <p:ph type="dt" idx="3"/>
          </p:nvPr>
        </p:nvSpPr>
        <p:spPr>
          <a:xfrm>
            <a:off x="1028700" y="3867150"/>
            <a:ext cx="3429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050"/>
            </a:lvl1pPr>
          </a:lstStyle>
          <a:p>
            <a:fld id="{F0D63FA9-2B53-459B-B443-CC36B922D055}" type="datetimeFigureOut">
              <a:rPr lang="en-US" sz="105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{{DATE}}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1" ftr="0" sldNum="0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Cherry Studio Section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section-texture Layout"/>
          <p:cNvPicPr>
            <a:picLocks noChangeAspect="1"/>
          </p:cNvPicPr>
          <p:nvPr/>
        </p:nvPicPr>
        <p:blipFill>
          <a:blip r:embed="rId2">
            <a:alphaModFix amt="6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layout-section-top-rule Layout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0B5CFF">
              <a:alpha val="50000"/>
            </a:srgbClr>
          </a:solidFill>
          <a:ln>
            <a:noFill/>
          </a:ln>
        </p:spPr>
      </p:sp>
      <p:sp>
        <p:nvSpPr>
          <p:cNvPr id="4" name="layout-section-title-rule Layout"/>
          <p:cNvSpPr/>
          <p:nvPr/>
        </p:nvSpPr>
        <p:spPr>
          <a:xfrm>
            <a:off x="914400" y="3657600"/>
            <a:ext cx="1143000" cy="28575"/>
          </a:xfrm>
          <a:prstGeom prst="roundRect">
            <a:avLst>
              <a:gd name="adj" fmla="val 50000"/>
            </a:avLst>
          </a:prstGeom>
          <a:solidFill>
            <a:srgbClr val="0B5CFF">
              <a:alpha val="40000"/>
            </a:srgbClr>
          </a:solidFill>
          <a:ln>
            <a:noFill/>
          </a:ln>
        </p:spPr>
      </p:sp>
      <p:sp>
        <p:nvSpPr>
          <p:cNvPr id="5" name="layout-section-brand-label Layout"/>
          <p:cNvSpPr txBox="1"/>
          <p:nvPr/>
        </p:nvSpPr>
        <p:spPr>
          <a:xfrm>
            <a:off x="908304" y="3985260"/>
            <a:ext cx="14319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CHERRY STUDIO</a:t>
            </a:r>
          </a:p>
        </p:txBody>
      </p:sp>
      <p:sp>
        <p:nvSpPr>
          <p:cNvPr id="6" name="layout-section-dot-1 Layout"/>
          <p:cNvSpPr/>
          <p:nvPr/>
        </p:nvSpPr>
        <p:spPr>
          <a:xfrm>
            <a:off x="10067925" y="5495925"/>
            <a:ext cx="57150" cy="57150"/>
          </a:xfrm>
          <a:prstGeom prst="ellipse">
            <a:avLst/>
          </a:prstGeom>
          <a:solidFill>
            <a:srgbClr val="0B5CFF">
              <a:alpha val="15000"/>
            </a:srgbClr>
          </a:solidFill>
          <a:ln>
            <a:noFill/>
          </a:ln>
        </p:spPr>
      </p:sp>
      <p:sp>
        <p:nvSpPr>
          <p:cNvPr id="7" name="layout-section-dot-2 Layout"/>
          <p:cNvSpPr/>
          <p:nvPr/>
        </p:nvSpPr>
        <p:spPr>
          <a:xfrm>
            <a:off x="10220325" y="5495925"/>
            <a:ext cx="57150" cy="57150"/>
          </a:xfrm>
          <a:prstGeom prst="ellipse">
            <a:avLst/>
          </a:prstGeom>
          <a:solidFill>
            <a:srgbClr val="0B5CFF">
              <a:alpha val="30000"/>
            </a:srgbClr>
          </a:solidFill>
          <a:ln>
            <a:noFill/>
          </a:ln>
        </p:spPr>
      </p:sp>
      <p:sp>
        <p:nvSpPr>
          <p:cNvPr id="8" name="layout-section-dot-3 Layout"/>
          <p:cNvSpPr/>
          <p:nvPr/>
        </p:nvSpPr>
        <p:spPr>
          <a:xfrm>
            <a:off x="10372725" y="5495925"/>
            <a:ext cx="57150" cy="57150"/>
          </a:xfrm>
          <a:prstGeom prst="ellipse">
            <a:avLst/>
          </a:prstGeom>
          <a:solidFill>
            <a:srgbClr val="0B5CFF">
              <a:alpha val="45000"/>
            </a:srgbClr>
          </a:solidFill>
          <a:ln>
            <a:noFill/>
          </a:ln>
        </p:spPr>
      </p:sp>
      <p:sp>
        <p:nvSpPr>
          <p:cNvPr id="9" name="layout-section-dot-4 Layout"/>
          <p:cNvSpPr/>
          <p:nvPr/>
        </p:nvSpPr>
        <p:spPr>
          <a:xfrm>
            <a:off x="10525125" y="5495925"/>
            <a:ext cx="57150" cy="57150"/>
          </a:xfrm>
          <a:prstGeom prst="ellipse">
            <a:avLst/>
          </a:prstGeom>
          <a:solidFill>
            <a:srgbClr val="0B5CFF">
              <a:alpha val="30000"/>
            </a:srgbClr>
          </a:solidFill>
          <a:ln>
            <a:noFill/>
          </a:ln>
        </p:spPr>
      </p:sp>
      <p:sp>
        <p:nvSpPr>
          <p:cNvPr id="10" name="layout-section-dot-5 Layout"/>
          <p:cNvSpPr/>
          <p:nvPr/>
        </p:nvSpPr>
        <p:spPr>
          <a:xfrm>
            <a:off x="10677525" y="5495925"/>
            <a:ext cx="57150" cy="57150"/>
          </a:xfrm>
          <a:prstGeom prst="ellipse">
            <a:avLst/>
          </a:prstGeom>
          <a:solidFill>
            <a:srgbClr val="0B5CFF">
              <a:alpha val="15000"/>
            </a:srgbClr>
          </a:solidFill>
          <a:ln>
            <a:noFill/>
          </a:ln>
        </p:spPr>
      </p:sp>
      <p:sp>
        <p:nvSpPr>
          <p:cNvPr id="11" name="layout-section-bottom-rule Layout"/>
          <p:cNvSpPr/>
          <p:nvPr/>
        </p:nvSpPr>
        <p:spPr>
          <a:xfrm>
            <a:off x="685800" y="6096000"/>
            <a:ext cx="10820400" cy="9525"/>
          </a:xfrm>
          <a:prstGeom prst="rect">
            <a:avLst/>
          </a:prstGeom>
          <a:solidFill>
            <a:srgbClr val="E0DED8">
              <a:alpha val="50000"/>
            </a:srgbClr>
          </a:solidFill>
          <a:ln>
            <a:noFill/>
          </a:ln>
        </p:spPr>
      </p:sp>
      <p:sp>
        <p:nvSpPr>
          <p:cNvPr id="12" name="chapter-number-slot Placeholder"/>
          <p:cNvSpPr>
            <a:spLocks noGrp="1"/>
          </p:cNvSpPr>
          <p:nvPr>
            <p:ph type="body" idx="1"/>
          </p:nvPr>
        </p:nvSpPr>
        <p:spPr>
          <a:xfrm>
            <a:off x="914400" y="1162050"/>
            <a:ext cx="7239000" cy="146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7200"/>
            </a:lvl1pPr>
          </a:lstStyle>
          <a:p>
            <a:pPr marL="0" indent="0">
              <a:buNone/>
            </a:pPr>
            <a:r>
              <a:rPr lang="en-US" sz="7200" b="1" dirty="0">
                <a:solidFill>
                  <a:srgbClr val="0B5CFF">
                    <a:alphaMod val="10000"/>
                  </a:srgbClr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13" name="chapter-title-slot Placeholder"/>
          <p:cNvSpPr>
            <a:spLocks noGrp="1"/>
          </p:cNvSpPr>
          <p:nvPr>
            <p:ph type="title"/>
          </p:nvPr>
        </p:nvSpPr>
        <p:spPr>
          <a:xfrm>
            <a:off x="914400" y="2724150"/>
            <a:ext cx="7239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150"/>
            </a:lvl1pPr>
          </a:lstStyle>
          <a:p>
            <a:r>
              <a:rPr lang="en-US" sz="315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title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herry Studio Agenda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agenda-top-rule Layout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0B5CFF">
              <a:alpha val="50000"/>
            </a:srgbClr>
          </a:solidFill>
          <a:ln>
            <a:noFill/>
          </a:ln>
        </p:spPr>
      </p:sp>
      <p:sp>
        <p:nvSpPr>
          <p:cNvPr id="3" name="layout-agenda-pill Layout"/>
          <p:cNvSpPr/>
          <p:nvPr/>
        </p:nvSpPr>
        <p:spPr>
          <a:xfrm>
            <a:off x="685800" y="304800"/>
            <a:ext cx="1504950" cy="685800"/>
          </a:xfrm>
          <a:prstGeom prst="roundRect">
            <a:avLst>
              <a:gd name="adj" fmla="val 36111"/>
            </a:avLst>
          </a:prstGeom>
          <a:solidFill>
            <a:srgbClr val="0B5CFF">
              <a:alpha val="85000"/>
            </a:srgbClr>
          </a:solidFill>
          <a:ln>
            <a:noFill/>
          </a:ln>
        </p:spPr>
      </p:sp>
      <p:sp>
        <p:nvSpPr>
          <p:cNvPr id="4" name="layout-agenda-pill-trail Layout"/>
          <p:cNvSpPr/>
          <p:nvPr/>
        </p:nvSpPr>
        <p:spPr>
          <a:xfrm>
            <a:off x="2419350" y="990600"/>
            <a:ext cx="9086850" cy="9525"/>
          </a:xfrm>
          <a:custGeom>
            <a:avLst/>
            <a:gdLst/>
            <a:ahLst/>
            <a:cxnLst/>
            <a:rect l="l" t="t" r="r" b="b"/>
            <a:pathLst>
              <a:path w="9086850" h="9525">
                <a:moveTo>
                  <a:pt x="0" y="0"/>
                </a:moveTo>
                <a:lnTo>
                  <a:pt x="9086850" y="0"/>
                </a:lnTo>
              </a:path>
            </a:pathLst>
          </a:custGeom>
          <a:noFill/>
          <a:ln w="28575" cap="rnd">
            <a:solidFill>
              <a:srgbClr val="0B5CFF">
                <a:alpha val="16000"/>
              </a:srgbClr>
            </a:solidFill>
          </a:ln>
        </p:spPr>
      </p:sp>
      <p:sp>
        <p:nvSpPr>
          <p:cNvPr id="5" name="layout-agenda-label Layout"/>
          <p:cNvSpPr txBox="1"/>
          <p:nvPr/>
        </p:nvSpPr>
        <p:spPr>
          <a:xfrm>
            <a:off x="1067638" y="502920"/>
            <a:ext cx="74127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Cambria"/>
                <a:ea typeface="Microsoft YaHei"/>
                <a:cs typeface="Cambria"/>
              </a:rPr>
              <a:t>目录</a:t>
            </a:r>
          </a:p>
        </p:txBody>
      </p:sp>
      <p:sp>
        <p:nvSpPr>
          <p:cNvPr id="6" name="layout-agenda-info-card Layout"/>
          <p:cNvSpPr/>
          <p:nvPr/>
        </p:nvSpPr>
        <p:spPr>
          <a:xfrm>
            <a:off x="685800" y="1447800"/>
            <a:ext cx="2514600" cy="4800600"/>
          </a:xfrm>
          <a:prstGeom prst="roundRect">
            <a:avLst>
              <a:gd name="adj" fmla="val 7576"/>
            </a:avLst>
          </a:prstGeom>
          <a:solidFill>
            <a:srgbClr val="FAFAF8"/>
          </a:solidFill>
          <a:ln w="9525">
            <a:solidFill>
              <a:srgbClr val="E0DED8"/>
            </a:solidFill>
          </a:ln>
        </p:spPr>
      </p:sp>
      <p:sp>
        <p:nvSpPr>
          <p:cNvPr id="7" name="layout-agenda-brand Layout"/>
          <p:cNvSpPr txBox="1"/>
          <p:nvPr/>
        </p:nvSpPr>
        <p:spPr>
          <a:xfrm>
            <a:off x="964692" y="1759268"/>
            <a:ext cx="169080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0B5CFF"/>
                </a:solidFill>
                <a:latin typeface="Cambria"/>
                <a:ea typeface="Cambria"/>
                <a:cs typeface="Cambria"/>
              </a:rPr>
              <a:t>CHERRY STUDIO</a:t>
            </a:r>
          </a:p>
        </p:txBody>
      </p:sp>
      <p:sp>
        <p:nvSpPr>
          <p:cNvPr id="8" name="layout-agenda-tagline Layout"/>
          <p:cNvSpPr txBox="1"/>
          <p:nvPr/>
        </p:nvSpPr>
        <p:spPr>
          <a:xfrm>
            <a:off x="966597" y="2085499"/>
            <a:ext cx="218229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AI-NATIVE / COLLABORATIVE</a:t>
            </a:r>
          </a:p>
        </p:txBody>
      </p:sp>
      <p:sp>
        <p:nvSpPr>
          <p:cNvPr id="9" name="layout-agenda-brand-rule-1 Layout"/>
          <p:cNvSpPr/>
          <p:nvPr/>
        </p:nvSpPr>
        <p:spPr>
          <a:xfrm>
            <a:off x="971550" y="2476500"/>
            <a:ext cx="1143000" cy="28575"/>
          </a:xfrm>
          <a:prstGeom prst="roundRect">
            <a:avLst>
              <a:gd name="adj" fmla="val 50000"/>
            </a:avLst>
          </a:prstGeom>
          <a:solidFill>
            <a:srgbClr val="0B5CFF">
              <a:alpha val="60000"/>
            </a:srgbClr>
          </a:solidFill>
          <a:ln>
            <a:noFill/>
          </a:ln>
        </p:spPr>
      </p:sp>
      <p:sp>
        <p:nvSpPr>
          <p:cNvPr id="10" name="layout-agenda-brand-rule-2 Layout"/>
          <p:cNvSpPr/>
          <p:nvPr/>
        </p:nvSpPr>
        <p:spPr>
          <a:xfrm>
            <a:off x="971550" y="2705100"/>
            <a:ext cx="762000" cy="28575"/>
          </a:xfrm>
          <a:prstGeom prst="roundRect">
            <a:avLst>
              <a:gd name="adj" fmla="val 50000"/>
            </a:avLst>
          </a:prstGeom>
          <a:solidFill>
            <a:srgbClr val="0B5CFF">
              <a:alpha val="35000"/>
            </a:srgbClr>
          </a:solidFill>
          <a:ln>
            <a:noFill/>
          </a:ln>
        </p:spPr>
      </p:sp>
      <p:sp>
        <p:nvSpPr>
          <p:cNvPr id="11" name="layout-agenda-brand-rule-3 Layout"/>
          <p:cNvSpPr/>
          <p:nvPr/>
        </p:nvSpPr>
        <p:spPr>
          <a:xfrm>
            <a:off x="971550" y="2933700"/>
            <a:ext cx="952500" cy="28575"/>
          </a:xfrm>
          <a:prstGeom prst="roundRect">
            <a:avLst>
              <a:gd name="adj" fmla="val 50000"/>
            </a:avLst>
          </a:prstGeom>
          <a:solidFill>
            <a:srgbClr val="0B5CFF">
              <a:alpha val="20000"/>
            </a:srgbClr>
          </a:solidFill>
          <a:ln>
            <a:noFill/>
          </a:ln>
        </p:spPr>
      </p:sp>
      <p:sp>
        <p:nvSpPr>
          <p:cNvPr id="12" name="layout-agenda-brand-values Layout"/>
          <p:cNvSpPr txBox="1"/>
          <p:nvPr/>
        </p:nvSpPr>
        <p:spPr>
          <a:xfrm>
            <a:off x="966597" y="3628549"/>
            <a:ext cx="143835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88888"/>
                </a:solidFill>
                <a:latin typeface="Cambria"/>
                <a:ea typeface="Microsoft YaHei"/>
                <a:cs typeface="Cambria"/>
              </a:rPr>
              <a:t>连接 · 协同 · 组织智能</a:t>
            </a:r>
          </a:p>
        </p:txBody>
      </p:sp>
      <p:sp>
        <p:nvSpPr>
          <p:cNvPr id="13" name="layout-agenda-content-card Layout"/>
          <p:cNvSpPr/>
          <p:nvPr/>
        </p:nvSpPr>
        <p:spPr>
          <a:xfrm>
            <a:off x="3581400" y="1447800"/>
            <a:ext cx="7924800" cy="4800600"/>
          </a:xfrm>
          <a:prstGeom prst="roundRect">
            <a:avLst>
              <a:gd name="adj" fmla="val 3968"/>
            </a:avLst>
          </a:prstGeom>
          <a:solidFill>
            <a:srgbClr val="FAFAF8"/>
          </a:solidFill>
          <a:ln w="9525">
            <a:solidFill>
              <a:srgbClr val="E0DED8"/>
            </a:solidFill>
          </a:ln>
        </p:spPr>
      </p:sp>
      <p:sp>
        <p:nvSpPr>
          <p:cNvPr id="14" name="layout-agenda-number-circle-1 Layout"/>
          <p:cNvSpPr/>
          <p:nvPr/>
        </p:nvSpPr>
        <p:spPr>
          <a:xfrm>
            <a:off x="3905250" y="1943100"/>
            <a:ext cx="533400" cy="533400"/>
          </a:xfrm>
          <a:prstGeom prst="ellipse">
            <a:avLst/>
          </a:prstGeom>
          <a:solidFill>
            <a:srgbClr val="0B5CFF">
              <a:alpha val="85000"/>
            </a:srgbClr>
          </a:solidFill>
          <a:ln>
            <a:noFill/>
          </a:ln>
        </p:spPr>
      </p:sp>
      <p:sp>
        <p:nvSpPr>
          <p:cNvPr id="15" name="layout-agenda-number-1 Layout"/>
          <p:cNvSpPr txBox="1"/>
          <p:nvPr/>
        </p:nvSpPr>
        <p:spPr>
          <a:xfrm>
            <a:off x="4102722" y="2124075"/>
            <a:ext cx="1384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6" name="layout-agenda-separator-1 Layout"/>
          <p:cNvSpPr/>
          <p:nvPr/>
        </p:nvSpPr>
        <p:spPr>
          <a:xfrm>
            <a:off x="4724400" y="2457450"/>
            <a:ext cx="5562600" cy="9525"/>
          </a:xfrm>
          <a:custGeom>
            <a:avLst/>
            <a:gdLst/>
            <a:ahLst/>
            <a:cxnLst/>
            <a:rect l="l" t="t" r="r" b="b"/>
            <a:pathLst>
              <a:path w="5562600" h="9525">
                <a:moveTo>
                  <a:pt x="0" y="0"/>
                </a:moveTo>
                <a:lnTo>
                  <a:pt x="5562600" y="0"/>
                </a:lnTo>
              </a:path>
            </a:pathLst>
          </a:custGeom>
          <a:noFill/>
          <a:ln w="14288">
            <a:solidFill>
              <a:srgbClr val="E0DED8"/>
            </a:solidFill>
            <a:custDash>
              <a:ds d="200000" sp="400000"/>
            </a:custDash>
          </a:ln>
        </p:spPr>
      </p:sp>
      <p:sp>
        <p:nvSpPr>
          <p:cNvPr id="17" name="layout-agenda-number-circle-2 Layout"/>
          <p:cNvSpPr/>
          <p:nvPr/>
        </p:nvSpPr>
        <p:spPr>
          <a:xfrm>
            <a:off x="3905250" y="2933700"/>
            <a:ext cx="533400" cy="533400"/>
          </a:xfrm>
          <a:prstGeom prst="ellipse">
            <a:avLst/>
          </a:prstGeom>
          <a:solidFill>
            <a:srgbClr val="0B5CFF">
              <a:alpha val="85000"/>
            </a:srgbClr>
          </a:solidFill>
          <a:ln>
            <a:noFill/>
          </a:ln>
        </p:spPr>
      </p:sp>
      <p:sp>
        <p:nvSpPr>
          <p:cNvPr id="18" name="layout-agenda-number-2 Layout"/>
          <p:cNvSpPr txBox="1"/>
          <p:nvPr/>
        </p:nvSpPr>
        <p:spPr>
          <a:xfrm>
            <a:off x="4102722" y="3114675"/>
            <a:ext cx="1384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9" name="layout-agenda-separator-2 Layout"/>
          <p:cNvSpPr/>
          <p:nvPr/>
        </p:nvSpPr>
        <p:spPr>
          <a:xfrm>
            <a:off x="4724400" y="3448050"/>
            <a:ext cx="5562600" cy="9525"/>
          </a:xfrm>
          <a:custGeom>
            <a:avLst/>
            <a:gdLst/>
            <a:ahLst/>
            <a:cxnLst/>
            <a:rect l="l" t="t" r="r" b="b"/>
            <a:pathLst>
              <a:path w="5562600" h="9525">
                <a:moveTo>
                  <a:pt x="0" y="0"/>
                </a:moveTo>
                <a:lnTo>
                  <a:pt x="5562600" y="0"/>
                </a:lnTo>
              </a:path>
            </a:pathLst>
          </a:custGeom>
          <a:noFill/>
          <a:ln w="14288">
            <a:solidFill>
              <a:srgbClr val="E0DED8"/>
            </a:solidFill>
            <a:custDash>
              <a:ds d="200000" sp="400000"/>
            </a:custDash>
          </a:ln>
        </p:spPr>
      </p:sp>
      <p:sp>
        <p:nvSpPr>
          <p:cNvPr id="20" name="layout-agenda-number-circle-3 Layout"/>
          <p:cNvSpPr/>
          <p:nvPr/>
        </p:nvSpPr>
        <p:spPr>
          <a:xfrm>
            <a:off x="3905250" y="3924300"/>
            <a:ext cx="533400" cy="533400"/>
          </a:xfrm>
          <a:prstGeom prst="ellipse">
            <a:avLst/>
          </a:prstGeom>
          <a:solidFill>
            <a:srgbClr val="0B5CFF">
              <a:alpha val="85000"/>
            </a:srgbClr>
          </a:solidFill>
          <a:ln>
            <a:noFill/>
          </a:ln>
        </p:spPr>
      </p:sp>
      <p:sp>
        <p:nvSpPr>
          <p:cNvPr id="21" name="layout-agenda-number-3 Layout"/>
          <p:cNvSpPr txBox="1"/>
          <p:nvPr/>
        </p:nvSpPr>
        <p:spPr>
          <a:xfrm>
            <a:off x="4102722" y="4105275"/>
            <a:ext cx="1384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2" name="layout-agenda-separator-3 Layout"/>
          <p:cNvSpPr/>
          <p:nvPr/>
        </p:nvSpPr>
        <p:spPr>
          <a:xfrm>
            <a:off x="4724400" y="4438650"/>
            <a:ext cx="5562600" cy="9525"/>
          </a:xfrm>
          <a:custGeom>
            <a:avLst/>
            <a:gdLst/>
            <a:ahLst/>
            <a:cxnLst/>
            <a:rect l="l" t="t" r="r" b="b"/>
            <a:pathLst>
              <a:path w="5562600" h="9525">
                <a:moveTo>
                  <a:pt x="0" y="0"/>
                </a:moveTo>
                <a:lnTo>
                  <a:pt x="5562600" y="0"/>
                </a:lnTo>
              </a:path>
            </a:pathLst>
          </a:custGeom>
          <a:noFill/>
          <a:ln w="14288">
            <a:solidFill>
              <a:srgbClr val="E0DED8"/>
            </a:solidFill>
            <a:custDash>
              <a:ds d="200000" sp="400000"/>
            </a:custDash>
          </a:ln>
        </p:spPr>
      </p:sp>
      <p:sp>
        <p:nvSpPr>
          <p:cNvPr id="23" name="layout-agenda-number-circle-4 Layout"/>
          <p:cNvSpPr/>
          <p:nvPr/>
        </p:nvSpPr>
        <p:spPr>
          <a:xfrm>
            <a:off x="3905250" y="4914900"/>
            <a:ext cx="533400" cy="533400"/>
          </a:xfrm>
          <a:prstGeom prst="ellipse">
            <a:avLst/>
          </a:prstGeom>
          <a:solidFill>
            <a:srgbClr val="0B5CFF">
              <a:alpha val="85000"/>
            </a:srgbClr>
          </a:solidFill>
          <a:ln>
            <a:noFill/>
          </a:ln>
        </p:spPr>
      </p:sp>
      <p:sp>
        <p:nvSpPr>
          <p:cNvPr id="24" name="layout-agenda-number-4 Layout"/>
          <p:cNvSpPr txBox="1"/>
          <p:nvPr/>
        </p:nvSpPr>
        <p:spPr>
          <a:xfrm>
            <a:off x="4102722" y="5095875"/>
            <a:ext cx="1384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5" name="layout-agenda-separator-4 Layout"/>
          <p:cNvSpPr/>
          <p:nvPr/>
        </p:nvSpPr>
        <p:spPr>
          <a:xfrm>
            <a:off x="4724400" y="5429250"/>
            <a:ext cx="5562600" cy="9525"/>
          </a:xfrm>
          <a:custGeom>
            <a:avLst/>
            <a:gdLst/>
            <a:ahLst/>
            <a:cxnLst/>
            <a:rect l="l" t="t" r="r" b="b"/>
            <a:pathLst>
              <a:path w="5562600" h="9525">
                <a:moveTo>
                  <a:pt x="0" y="0"/>
                </a:moveTo>
                <a:lnTo>
                  <a:pt x="5562600" y="0"/>
                </a:lnTo>
              </a:path>
            </a:pathLst>
          </a:custGeom>
          <a:noFill/>
          <a:ln w="14288">
            <a:solidFill>
              <a:srgbClr val="E0DED8"/>
            </a:solidFill>
            <a:custDash>
              <a:ds d="200000" sp="400000"/>
            </a:custDash>
          </a:ln>
        </p:spPr>
      </p:sp>
      <p:sp>
        <p:nvSpPr>
          <p:cNvPr id="26" name="toc-item-1-title-slot Placeholder"/>
          <p:cNvSpPr>
            <a:spLocks noGrp="1"/>
          </p:cNvSpPr>
          <p:nvPr>
            <p:ph type="body" idx="1"/>
          </p:nvPr>
        </p:nvSpPr>
        <p:spPr>
          <a:xfrm>
            <a:off x="4724400" y="1981200"/>
            <a:ext cx="39052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650"/>
            </a:lvl1pPr>
          </a:lstStyle>
          <a:p>
            <a:pPr marL="0" indent="0">
              <a:buNone/>
            </a:pPr>
            <a:r>
              <a:rPr lang="en-US" sz="165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27" name="toc-item-1-desc-slot Placeholder"/>
          <p:cNvSpPr>
            <a:spLocks noGrp="1"/>
          </p:cNvSpPr>
          <p:nvPr>
            <p:ph type="body" idx="2"/>
          </p:nvPr>
        </p:nvSpPr>
        <p:spPr>
          <a:xfrm>
            <a:off x="8858250" y="2019300"/>
            <a:ext cx="180975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200"/>
            </a:lvl1pPr>
          </a:lstStyle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28" name="toc-item-2-title-slot Placeholder"/>
          <p:cNvSpPr>
            <a:spLocks noGrp="1"/>
          </p:cNvSpPr>
          <p:nvPr>
            <p:ph type="body" idx="3"/>
          </p:nvPr>
        </p:nvSpPr>
        <p:spPr>
          <a:xfrm>
            <a:off x="4724400" y="2971800"/>
            <a:ext cx="39052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650"/>
            </a:lvl1pPr>
          </a:lstStyle>
          <a:p>
            <a:pPr marL="0" indent="0">
              <a:buNone/>
            </a:pPr>
            <a:r>
              <a:rPr lang="en-US" sz="165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29" name="toc-item-2-desc-slot Placeholder"/>
          <p:cNvSpPr>
            <a:spLocks noGrp="1"/>
          </p:cNvSpPr>
          <p:nvPr>
            <p:ph type="body" idx="4"/>
          </p:nvPr>
        </p:nvSpPr>
        <p:spPr>
          <a:xfrm>
            <a:off x="8858250" y="3009900"/>
            <a:ext cx="180975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200"/>
            </a:lvl1pPr>
          </a:lstStyle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30" name="toc-item-3-title-slot Placeholder"/>
          <p:cNvSpPr>
            <a:spLocks noGrp="1"/>
          </p:cNvSpPr>
          <p:nvPr>
            <p:ph type="body" idx="5"/>
          </p:nvPr>
        </p:nvSpPr>
        <p:spPr>
          <a:xfrm>
            <a:off x="4724400" y="3962400"/>
            <a:ext cx="39052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650"/>
            </a:lvl1pPr>
          </a:lstStyle>
          <a:p>
            <a:pPr marL="0" indent="0">
              <a:buNone/>
            </a:pPr>
            <a:r>
              <a:rPr lang="en-US" sz="165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31" name="toc-item-3-desc-slot Placeholder"/>
          <p:cNvSpPr>
            <a:spLocks noGrp="1"/>
          </p:cNvSpPr>
          <p:nvPr>
            <p:ph type="body" idx="6"/>
          </p:nvPr>
        </p:nvSpPr>
        <p:spPr>
          <a:xfrm>
            <a:off x="8858250" y="4000500"/>
            <a:ext cx="180975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200"/>
            </a:lvl1pPr>
          </a:lstStyle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32" name="toc-item-4-title-slot Placeholder"/>
          <p:cNvSpPr>
            <a:spLocks noGrp="1"/>
          </p:cNvSpPr>
          <p:nvPr>
            <p:ph type="body" idx="7"/>
          </p:nvPr>
        </p:nvSpPr>
        <p:spPr>
          <a:xfrm>
            <a:off x="4724400" y="4953000"/>
            <a:ext cx="39052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650"/>
            </a:lvl1pPr>
          </a:lstStyle>
          <a:p>
            <a:pPr marL="0" indent="0">
              <a:buNone/>
            </a:pPr>
            <a:r>
              <a:rPr lang="en-US" sz="165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33" name="toc-item-4-desc-slot Placeholder"/>
          <p:cNvSpPr>
            <a:spLocks noGrp="1"/>
          </p:cNvSpPr>
          <p:nvPr>
            <p:ph type="body" idx="8"/>
          </p:nvPr>
        </p:nvSpPr>
        <p:spPr>
          <a:xfrm>
            <a:off x="8858250" y="4991100"/>
            <a:ext cx="180975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200"/>
            </a:lvl1pPr>
          </a:lstStyle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herry Studio Content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content-kicker-rule Layout"/>
          <p:cNvSpPr/>
          <p:nvPr/>
        </p:nvSpPr>
        <p:spPr>
          <a:xfrm>
            <a:off x="914400" y="628650"/>
            <a:ext cx="876300" cy="9525"/>
          </a:xfrm>
          <a:custGeom>
            <a:avLst/>
            <a:gdLst/>
            <a:ahLst/>
            <a:cxnLst/>
            <a:rect l="l" t="t" r="r" b="b"/>
            <a:pathLst>
              <a:path w="876300" h="9525">
                <a:moveTo>
                  <a:pt x="0" y="0"/>
                </a:moveTo>
                <a:lnTo>
                  <a:pt x="876300" y="0"/>
                </a:lnTo>
              </a:path>
            </a:pathLst>
          </a:custGeom>
          <a:noFill/>
          <a:ln w="28575" cap="rnd">
            <a:solidFill>
              <a:srgbClr val="0B5CFF"/>
            </a:solidFill>
          </a:ln>
        </p:spPr>
      </p:sp>
      <p:sp>
        <p:nvSpPr>
          <p:cNvPr id="3" name="layout-content-title-rule Layout"/>
          <p:cNvSpPr/>
          <p:nvPr/>
        </p:nvSpPr>
        <p:spPr>
          <a:xfrm>
            <a:off x="2019300" y="628650"/>
            <a:ext cx="9258300" cy="9525"/>
          </a:xfrm>
          <a:custGeom>
            <a:avLst/>
            <a:gdLst/>
            <a:ahLst/>
            <a:cxnLst/>
            <a:rect l="l" t="t" r="r" b="b"/>
            <a:pathLst>
              <a:path w="9258300" h="9525">
                <a:moveTo>
                  <a:pt x="0" y="0"/>
                </a:moveTo>
                <a:lnTo>
                  <a:pt x="9258300" y="0"/>
                </a:lnTo>
              </a:path>
            </a:pathLst>
          </a:custGeom>
          <a:noFill/>
          <a:ln w="28575" cap="rnd">
            <a:solidFill>
              <a:srgbClr val="0B5CFF">
                <a:alpha val="16000"/>
              </a:srgbClr>
            </a:solidFill>
          </a:ln>
        </p:spPr>
      </p:sp>
      <p:sp>
        <p:nvSpPr>
          <p:cNvPr id="4" name="layout-content-card Layout"/>
          <p:cNvSpPr/>
          <p:nvPr/>
        </p:nvSpPr>
        <p:spPr>
          <a:xfrm>
            <a:off x="914400" y="1428750"/>
            <a:ext cx="10363200" cy="4267200"/>
          </a:xfrm>
          <a:prstGeom prst="roundRect">
            <a:avLst>
              <a:gd name="adj" fmla="val 5357"/>
            </a:avLst>
          </a:prstGeom>
          <a:solidFill>
            <a:srgbClr val="FAFAF8"/>
          </a:solidFill>
          <a:ln w="9525">
            <a:solidFill>
              <a:srgbClr val="E0DED8"/>
            </a:solidFill>
          </a:ln>
        </p:spPr>
      </p:sp>
      <p:sp>
        <p:nvSpPr>
          <p:cNvPr id="5" name="layout-content-accent-1 Layout"/>
          <p:cNvSpPr/>
          <p:nvPr/>
        </p:nvSpPr>
        <p:spPr>
          <a:xfrm>
            <a:off x="10267950" y="5372100"/>
            <a:ext cx="685800" cy="38100"/>
          </a:xfrm>
          <a:prstGeom prst="roundRect">
            <a:avLst>
              <a:gd name="adj" fmla="val 50000"/>
            </a:avLst>
          </a:prstGeom>
          <a:solidFill>
            <a:srgbClr val="0B5CFF">
              <a:alpha val="60000"/>
            </a:srgbClr>
          </a:solidFill>
          <a:ln>
            <a:noFill/>
          </a:ln>
        </p:spPr>
      </p:sp>
      <p:sp>
        <p:nvSpPr>
          <p:cNvPr id="6" name="layout-content-accent-2 Layout"/>
          <p:cNvSpPr/>
          <p:nvPr/>
        </p:nvSpPr>
        <p:spPr>
          <a:xfrm>
            <a:off x="9925050" y="5562600"/>
            <a:ext cx="1257300" cy="38100"/>
          </a:xfrm>
          <a:prstGeom prst="roundRect">
            <a:avLst>
              <a:gd name="adj" fmla="val 50000"/>
            </a:avLst>
          </a:prstGeom>
          <a:solidFill>
            <a:srgbClr val="0B5CFF">
              <a:alpha val="24000"/>
            </a:srgbClr>
          </a:solidFill>
          <a:ln>
            <a:noFill/>
          </a:ln>
        </p:spPr>
      </p:sp>
      <p:sp>
        <p:nvSpPr>
          <p:cNvPr id="7" name="layout-content-accent-3 Layout"/>
          <p:cNvSpPr/>
          <p:nvPr/>
        </p:nvSpPr>
        <p:spPr>
          <a:xfrm>
            <a:off x="10210800" y="5734050"/>
            <a:ext cx="971550" cy="38100"/>
          </a:xfrm>
          <a:prstGeom prst="roundRect">
            <a:avLst>
              <a:gd name="adj" fmla="val 50000"/>
            </a:avLst>
          </a:prstGeom>
          <a:solidFill>
            <a:srgbClr val="0B5CFF">
              <a:alpha val="15000"/>
            </a:srgbClr>
          </a:solidFill>
          <a:ln>
            <a:noFill/>
          </a:ln>
        </p:spPr>
      </p:sp>
      <p:sp>
        <p:nvSpPr>
          <p:cNvPr id="8" name="layout-content-footer-rule Layout"/>
          <p:cNvSpPr/>
          <p:nvPr/>
        </p:nvSpPr>
        <p:spPr>
          <a:xfrm>
            <a:off x="685800" y="61912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0DED8"/>
            </a:solidFill>
          </a:ln>
        </p:spPr>
      </p:sp>
      <p:sp>
        <p:nvSpPr>
          <p:cNvPr id="9" name="content-section-slot Placeholder"/>
          <p:cNvSpPr>
            <a:spLocks noGrp="1"/>
          </p:cNvSpPr>
          <p:nvPr>
            <p:ph type="body" idx="1"/>
          </p:nvPr>
        </p:nvSpPr>
        <p:spPr>
          <a:xfrm>
            <a:off x="914400" y="342900"/>
            <a:ext cx="20955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200"/>
            </a:lvl1pPr>
          </a:lstStyle>
          <a:p>
            <a:pPr marL="0" indent="0">
              <a:buNone/>
            </a:pPr>
            <a:r>
              <a:rPr lang="en-US" sz="1200" b="1" dirty="0">
                <a:solidFill>
                  <a:srgbClr val="0B5CFF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10" name="content-title-slot Placeholder"/>
          <p:cNvSpPr>
            <a:spLocks noGrp="1"/>
          </p:cNvSpPr>
          <p:nvPr>
            <p:ph type="title"/>
          </p:nvPr>
        </p:nvSpPr>
        <p:spPr>
          <a:xfrm>
            <a:off x="914400" y="742950"/>
            <a:ext cx="103632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2100"/>
            </a:lvl1pPr>
          </a:lstStyle>
          <a:p>
            <a:r>
              <a:rPr lang="en-US" sz="210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title</a:t>
            </a:r>
            <a:endParaRPr lang="en-US"/>
          </a:p>
        </p:txBody>
      </p:sp>
      <p:sp>
        <p:nvSpPr>
          <p:cNvPr id="11" name="content-body-slot Placeholder"/>
          <p:cNvSpPr>
            <a:spLocks noGrp="1"/>
          </p:cNvSpPr>
          <p:nvPr>
            <p:ph type="body" idx="2"/>
          </p:nvPr>
        </p:nvSpPr>
        <p:spPr>
          <a:xfrm>
            <a:off x="914400" y="1428750"/>
            <a:ext cx="10363200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350"/>
            </a:lvl1pPr>
          </a:lstStyle>
          <a:p>
            <a:pPr marL="0" indent="0">
              <a:buNone/>
            </a:pPr>
            <a:r>
              <a:rPr lang="en-US" sz="1350" dirty="0">
                <a:solidFill>
                  <a:srgbClr val="AAAAAA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12" name="content-source-slot Placeholder"/>
          <p:cNvSpPr>
            <a:spLocks noGrp="1"/>
          </p:cNvSpPr>
          <p:nvPr>
            <p:ph type="ftr" idx="3"/>
          </p:nvPr>
        </p:nvSpPr>
        <p:spPr>
          <a:xfrm>
            <a:off x="685800" y="622935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980"/>
            </a:lvl1pPr>
          </a:lstStyle>
          <a:p>
            <a:r>
              <a:rPr lang="en-US" sz="98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Footer</a:t>
            </a:r>
            <a:endParaRPr lang="en-US"/>
          </a:p>
        </p:txBody>
      </p:sp>
      <p:sp>
        <p:nvSpPr>
          <p:cNvPr id="13" name="content-page-number-slot Placeholder"/>
          <p:cNvSpPr>
            <a:spLocks noGrp="1"/>
          </p:cNvSpPr>
          <p:nvPr>
            <p:ph type="sldNum" idx="4"/>
          </p:nvPr>
        </p:nvSpPr>
        <p:spPr>
          <a:xfrm>
            <a:off x="10744200" y="6229350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980"/>
            </a:lvl1pPr>
          </a:lstStyle>
          <a:p>
            <a:fld id="{BD55A2D8-69E8-4580-B9A6-0D1FF88FC2BE}" type="slidenum">
              <a:rPr lang="en-US" sz="98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Cherry Studio 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closing-background Layout"/>
          <p:cNvPicPr>
            <a:picLocks noChangeAspect="1"/>
          </p:cNvPicPr>
          <p:nvPr/>
        </p:nvPicPr>
        <p:blipFill>
          <a:blip r:embed="rId2"/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ayout-closing-logo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1000"/>
            <a:ext cx="2831404" cy="952500"/>
          </a:xfrm>
          <a:prstGeom prst="rect">
            <a:avLst/>
          </a:prstGeom>
        </p:spPr>
      </p:pic>
      <p:pic>
        <p:nvPicPr>
          <p:cNvPr id="4" name="layout-closing-slogan Layou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714500"/>
            <a:ext cx="4762500" cy="952500"/>
          </a:xfrm>
          <a:prstGeom prst="rect">
            <a:avLst/>
          </a:prstGeom>
        </p:spPr>
      </p:pic>
      <p:sp>
        <p:nvSpPr>
          <p:cNvPr id="5" name="closing-title-slot Placeholder"/>
          <p:cNvSpPr>
            <a:spLocks noGrp="1"/>
          </p:cNvSpPr>
          <p:nvPr>
            <p:ph type="title"/>
          </p:nvPr>
        </p:nvSpPr>
        <p:spPr>
          <a:xfrm>
            <a:off x="914400" y="2800350"/>
            <a:ext cx="6667500" cy="590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000"/>
            </a:lvl1pPr>
          </a:lstStyle>
          <a:p>
            <a:r>
              <a:rPr lang="en-US" sz="300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title</a:t>
            </a:r>
            <a:endParaRPr lang="en-US"/>
          </a:p>
        </p:txBody>
      </p:sp>
      <p:sp>
        <p:nvSpPr>
          <p:cNvPr id="6" name="closing-subtitle-slot Placeholder"/>
          <p:cNvSpPr>
            <a:spLocks noGrp="1"/>
          </p:cNvSpPr>
          <p:nvPr>
            <p:ph type="subTitle" idx="1"/>
          </p:nvPr>
        </p:nvSpPr>
        <p:spPr>
          <a:xfrm>
            <a:off x="914400" y="3429000"/>
            <a:ext cx="66675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200"/>
            </a:lvl1pPr>
          </a:lstStyle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Click to add subtitle</a:t>
            </a:r>
            <a:endParaRPr lang="en-US"/>
          </a:p>
        </p:txBody>
      </p:sp>
      <p:sp>
        <p:nvSpPr>
          <p:cNvPr id="7" name="closing-contact-slot Placeholder"/>
          <p:cNvSpPr>
            <a:spLocks noGrp="1"/>
          </p:cNvSpPr>
          <p:nvPr>
            <p:ph type="body" idx="2"/>
          </p:nvPr>
        </p:nvSpPr>
        <p:spPr>
          <a:xfrm>
            <a:off x="914400" y="3790950"/>
            <a:ext cx="6667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200"/>
            </a:lvl1pPr>
          </a:lstStyle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
  <Relationship Id="rId14" Type="http://schemas.openxmlformats.org/officeDocument/2006/relationships/slideLayout" Target="../slideLayouts/slideLayout13.xml"/>
  <Relationship Id="rId15" Type="http://schemas.openxmlformats.org/officeDocument/2006/relationships/slideLayout" Target="../slideLayouts/slideLayout14.xml"/>
  <Relationship Id="rId16" Type="http://schemas.openxmlformats.org/officeDocument/2006/relationships/slideLayout" Target="../slideLayouts/slideLayout15.xml"/>
  <Relationship Id="rId17" Type="http://schemas.openxmlformats.org/officeDocument/2006/relationships/slideLayout" Target="../slideLayouts/slideLayout16.xml"/>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Cherry Studio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2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1200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  <Relationship Id="rId2" Type="http://schemas.openxmlformats.org/officeDocument/2006/relationships/image" Target="../media/image_4f2561419a9cd466.png"/>
  <Relationship Id="rId3" Type="http://schemas.openxmlformats.org/officeDocument/2006/relationships/image" Target="../media/image_76913b592fb3c5e2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image" Target="../media/image_79aa61a16b0ce908.png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6.xml"/>
  <Relationship Id="rId2" Type="http://schemas.openxmlformats.org/officeDocument/2006/relationships/image" Target="../media/image_7aefc6be5a3a553c.png"/>
  <Relationship Id="rId3" Type="http://schemas.openxmlformats.org/officeDocument/2006/relationships/image" Target="../media/image_76913b592fb3c5e2.png"/>
  <Relationship Id="rId4" Type="http://schemas.openxmlformats.org/officeDocument/2006/relationships/image" Target="../media/image_7df6c9656f158744.png"/>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title-slot Placeholder Carrier"/>
          <p:cNvSpPr txBox="1"/>
          <p:nvPr>
            <p:ph type="title"/>
          </p:nvPr>
        </p:nvSpPr>
        <p:spPr>
          <a:xfrm>
            <a:off x="1013460" y="2152650"/>
            <a:ext cx="25876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{{TITLE}}</a:t>
            </a:r>
          </a:p>
        </p:txBody>
      </p:sp>
      <p:sp>
        <p:nvSpPr>
          <p:cNvPr id="8" name="cover-subtitle-slot Placeholder Carrier"/>
          <p:cNvSpPr txBox="1"/>
          <p:nvPr>
            <p:ph type="subTitle" idx="1"/>
          </p:nvPr>
        </p:nvSpPr>
        <p:spPr>
          <a:xfrm>
            <a:off x="1021080" y="2790825"/>
            <a:ext cx="166039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{{SUBTITLE}}</a:t>
            </a:r>
          </a:p>
        </p:txBody>
      </p:sp>
      <p:sp>
        <p:nvSpPr>
          <p:cNvPr id="10" name="cover-author-slot Placeholder Carrier"/>
          <p:cNvSpPr txBox="1"/>
          <p:nvPr>
            <p:ph type="body" idx="2"/>
          </p:nvPr>
        </p:nvSpPr>
        <p:spPr>
          <a:xfrm>
            <a:off x="1022604" y="3642360"/>
            <a:ext cx="11935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{{AUTHOR}}</a:t>
            </a:r>
          </a:p>
        </p:txBody>
      </p:sp>
      <p:sp>
        <p:nvSpPr>
          <p:cNvPr id="12" name="cover-date-slot Placeholder Carrier"/>
          <p:cNvSpPr txBox="1"/>
          <p:nvPr>
            <p:ph type="dt" idx="3"/>
          </p:nvPr>
        </p:nvSpPr>
        <p:spPr>
          <a:xfrm>
            <a:off x="1023366" y="3982402"/>
            <a:ext cx="8086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{{DATE}}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hapter-number-slot Placeholder Carrier"/>
          <p:cNvSpPr txBox="1"/>
          <p:nvPr>
            <p:ph type="body" idx="1"/>
          </p:nvPr>
        </p:nvSpPr>
        <p:spPr>
          <a:xfrm>
            <a:off x="895350" y="1604010"/>
            <a:ext cx="11071799" cy="1390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7200" b="1" dirty="0">
                <a:solidFill>
                  <a:srgbClr val="0B5CFF">
                    <a:alphaMod val="10000"/>
                  </a:srgbClr>
                </a:solidFill>
                <a:latin typeface="Cambria"/>
                <a:ea typeface="Cambria"/>
                <a:cs typeface="Cambria"/>
              </a:rPr>
              <a:t>{{CHAPTER_NUM}}</a:t>
            </a:r>
          </a:p>
        </p:txBody>
      </p:sp>
      <p:sp>
        <p:nvSpPr>
          <p:cNvPr id="15" name="chapter-title-slot Placeholder Carrier"/>
          <p:cNvSpPr txBox="1"/>
          <p:nvPr>
            <p:ph type="title"/>
          </p:nvPr>
        </p:nvSpPr>
        <p:spPr>
          <a:xfrm>
            <a:off x="898398" y="2822258"/>
            <a:ext cx="523057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15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{{CHAPTER_TITLE}}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oc-item-1-title-slot Placeholder Carrier"/>
          <p:cNvSpPr txBox="1"/>
          <p:nvPr>
            <p:ph type="body" idx="1"/>
          </p:nvPr>
        </p:nvSpPr>
        <p:spPr>
          <a:xfrm>
            <a:off x="4716018" y="2107882"/>
            <a:ext cx="327845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65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{{TOC_ITEM_1_TITLE}}</a:t>
            </a:r>
          </a:p>
        </p:txBody>
      </p:sp>
      <p:sp>
        <p:nvSpPr>
          <p:cNvPr id="29" name="toc-item-1-desc-slot Placeholder Carrier"/>
          <p:cNvSpPr txBox="1"/>
          <p:nvPr>
            <p:ph type="body" idx="2"/>
          </p:nvPr>
        </p:nvSpPr>
        <p:spPr>
          <a:xfrm>
            <a:off x="8464906" y="2156460"/>
            <a:ext cx="22091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{{TOC_ITEM_1_DESC}}</a:t>
            </a:r>
          </a:p>
        </p:txBody>
      </p:sp>
      <p:sp>
        <p:nvSpPr>
          <p:cNvPr id="31" name="toc-item-2-title-slot Placeholder Carrier"/>
          <p:cNvSpPr txBox="1"/>
          <p:nvPr>
            <p:ph type="body" idx="3"/>
          </p:nvPr>
        </p:nvSpPr>
        <p:spPr>
          <a:xfrm>
            <a:off x="4716018" y="3098482"/>
            <a:ext cx="327845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65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{{TOC_ITEM_2_TITLE}}</a:t>
            </a:r>
          </a:p>
        </p:txBody>
      </p:sp>
      <p:sp>
        <p:nvSpPr>
          <p:cNvPr id="33" name="toc-item-2-desc-slot Placeholder Carrier"/>
          <p:cNvSpPr txBox="1"/>
          <p:nvPr>
            <p:ph type="body" idx="4"/>
          </p:nvPr>
        </p:nvSpPr>
        <p:spPr>
          <a:xfrm>
            <a:off x="8464906" y="3147060"/>
            <a:ext cx="22091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{{TOC_ITEM_2_DESC}}</a:t>
            </a:r>
          </a:p>
        </p:txBody>
      </p:sp>
      <p:sp>
        <p:nvSpPr>
          <p:cNvPr id="35" name="toc-item-3-title-slot Placeholder Carrier"/>
          <p:cNvSpPr txBox="1"/>
          <p:nvPr>
            <p:ph type="body" idx="5"/>
          </p:nvPr>
        </p:nvSpPr>
        <p:spPr>
          <a:xfrm>
            <a:off x="4716018" y="4089082"/>
            <a:ext cx="327845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65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{{TOC_ITEM_3_TITLE}}</a:t>
            </a:r>
          </a:p>
        </p:txBody>
      </p:sp>
      <p:sp>
        <p:nvSpPr>
          <p:cNvPr id="37" name="toc-item-3-desc-slot Placeholder Carrier"/>
          <p:cNvSpPr txBox="1"/>
          <p:nvPr>
            <p:ph type="body" idx="6"/>
          </p:nvPr>
        </p:nvSpPr>
        <p:spPr>
          <a:xfrm>
            <a:off x="8464906" y="4137660"/>
            <a:ext cx="22091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{{TOC_ITEM_3_DESC}}</a:t>
            </a:r>
          </a:p>
        </p:txBody>
      </p:sp>
      <p:sp>
        <p:nvSpPr>
          <p:cNvPr id="39" name="toc-item-4-title-slot Placeholder Carrier"/>
          <p:cNvSpPr txBox="1"/>
          <p:nvPr>
            <p:ph type="body" idx="7"/>
          </p:nvPr>
        </p:nvSpPr>
        <p:spPr>
          <a:xfrm>
            <a:off x="4716018" y="5079682"/>
            <a:ext cx="327845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65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{{TOC_ITEM_4_TITLE}}</a:t>
            </a:r>
          </a:p>
        </p:txBody>
      </p:sp>
      <p:sp>
        <p:nvSpPr>
          <p:cNvPr id="41" name="toc-item-4-desc-slot Placeholder Carrier"/>
          <p:cNvSpPr txBox="1"/>
          <p:nvPr>
            <p:ph type="body" idx="8"/>
          </p:nvPr>
        </p:nvSpPr>
        <p:spPr>
          <a:xfrm>
            <a:off x="8464906" y="5128260"/>
            <a:ext cx="22091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{{TOC_ITEM_4_DESC}}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-section-slot Placeholder Carrier"/>
          <p:cNvSpPr txBox="1"/>
          <p:nvPr>
            <p:ph type="body" idx="1"/>
          </p:nvPr>
        </p:nvSpPr>
        <p:spPr>
          <a:xfrm>
            <a:off x="908304" y="384810"/>
            <a:ext cx="195995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b="1" dirty="0">
                <a:solidFill>
                  <a:srgbClr val="0B5CFF"/>
                </a:solidFill>
                <a:latin typeface="Cambria"/>
                <a:ea typeface="Cambria"/>
                <a:cs typeface="Cambria"/>
              </a:rPr>
              <a:t>{{SECTION_NAME}}</a:t>
            </a:r>
          </a:p>
        </p:txBody>
      </p:sp>
      <p:sp>
        <p:nvSpPr>
          <p:cNvPr id="12" name="content-title-slot Placeholder Carrier"/>
          <p:cNvSpPr txBox="1"/>
          <p:nvPr>
            <p:ph type="title"/>
          </p:nvPr>
        </p:nvSpPr>
        <p:spPr>
          <a:xfrm>
            <a:off x="903732" y="802005"/>
            <a:ext cx="285865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{{PAGE_TITLE}}</a:t>
            </a:r>
          </a:p>
        </p:txBody>
      </p:sp>
      <p:sp>
        <p:nvSpPr>
          <p:cNvPr id="14" name="content-body-slot Placeholder Carrier"/>
          <p:cNvSpPr txBox="1"/>
          <p:nvPr>
            <p:ph type="body" idx="2"/>
          </p:nvPr>
        </p:nvSpPr>
        <p:spPr>
          <a:xfrm>
            <a:off x="5039868" y="3549968"/>
            <a:ext cx="21122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350" dirty="0">
                <a:solidFill>
                  <a:srgbClr val="AAAAAA"/>
                </a:solidFill>
                <a:latin typeface="Cambria"/>
                <a:ea typeface="Cambria"/>
                <a:cs typeface="Cambria"/>
              </a:rPr>
              <a:t>{{CONTENT_AREA}}</a:t>
            </a:r>
          </a:p>
        </p:txBody>
      </p:sp>
      <p:sp>
        <p:nvSpPr>
          <p:cNvPr id="16" name="content-source-slot Placeholder Carrier"/>
          <p:cNvSpPr txBox="1"/>
          <p:nvPr>
            <p:ph type="ftr" idx="3"/>
          </p:nvPr>
        </p:nvSpPr>
        <p:spPr>
          <a:xfrm>
            <a:off x="680847" y="6333649"/>
            <a:ext cx="96979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{{SOURCE}}</a:t>
            </a:r>
          </a:p>
        </p:txBody>
      </p:sp>
      <p:sp>
        <p:nvSpPr>
          <p:cNvPr id="18" name="content-page-number-slot Placeholder Carrier"/>
          <p:cNvSpPr txBox="1"/>
          <p:nvPr>
            <p:ph type="sldNum" idx="4"/>
          </p:nvPr>
        </p:nvSpPr>
        <p:spPr>
          <a:xfrm>
            <a:off x="10356113" y="6333649"/>
            <a:ext cx="115504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{{PAGE_NUM}}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losing-title-slot Placeholder Carrier"/>
          <p:cNvSpPr txBox="1"/>
          <p:nvPr>
            <p:ph type="title"/>
          </p:nvPr>
        </p:nvSpPr>
        <p:spPr>
          <a:xfrm>
            <a:off x="899160" y="2914650"/>
            <a:ext cx="40293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{{THANK_YOU}}</a:t>
            </a:r>
          </a:p>
        </p:txBody>
      </p:sp>
      <p:sp>
        <p:nvSpPr>
          <p:cNvPr id="7" name="closing-subtitle-slot Placeholder Carrier"/>
          <p:cNvSpPr txBox="1"/>
          <p:nvPr>
            <p:ph type="subTitle" idx="1"/>
          </p:nvPr>
        </p:nvSpPr>
        <p:spPr>
          <a:xfrm>
            <a:off x="908304" y="3566160"/>
            <a:ext cx="20744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mbria"/>
                <a:ea typeface="Cambria"/>
                <a:cs typeface="Cambria"/>
              </a:rPr>
              <a:t>{{ENDING_SUBTITLE}}</a:t>
            </a:r>
          </a:p>
        </p:txBody>
      </p:sp>
      <p:sp>
        <p:nvSpPr>
          <p:cNvPr id="9" name="closing-contact-slot Placeholder Carrier"/>
          <p:cNvSpPr txBox="1"/>
          <p:nvPr>
            <p:ph type="body" idx="2"/>
          </p:nvPr>
        </p:nvSpPr>
        <p:spPr>
          <a:xfrm>
            <a:off x="908304" y="3909060"/>
            <a:ext cx="18672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{{CONTACT_INFO}}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2026-07-17T06:10:28Z</dcterms:created>
  <dcterms:modified xsi:type="dcterms:W3CDTF">2026-07-17T06:10:28Z</dcterms:modified>
  <cp:category/>
  <cp:contentStatus/>
</cp:coreProperties>
</file>