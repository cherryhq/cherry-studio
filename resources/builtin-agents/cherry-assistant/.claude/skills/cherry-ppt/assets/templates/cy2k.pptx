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61731eaa42a26a8f.png"/>
  <Relationship Id="rId3" Type="http://schemas.openxmlformats.org/officeDocument/2006/relationships/image" Target="../media/image_a139ba5901d39659.svg"/>
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a139ba5901d39659.svg"/>
  <Relationship Id="rId3" Type="http://schemas.openxmlformats.org/officeDocument/2006/relationships/image" Target="../media/image_6a85054d2e63bb75.png"/>
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d77617a67fbef00.svg"/>
  <Relationship Id="rId3" Type="http://schemas.openxmlformats.org/officeDocument/2006/relationships/image" Target="../media/image_023f7cac2fb22f49.png"/>
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d77617a67fbef00.svg"/>
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d77617a67fbef00.svg"/>
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d77617a67fbef00.svg"/>
</Relationships>
</file>

<file path=ppt/slideLayouts/_rels/slideLayout1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d77617a67fbef00.svg"/>
  <Relationship Id="rId3" Type="http://schemas.openxmlformats.org/officeDocument/2006/relationships/image" Target="../media/image_023f7cac2fb22f49.png"/>
</Relationships>
</file>

<file path=ppt/slideLayouts/_rels/slideLayout19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a139ba5901d39659.svg"/>
  <Relationship Id="rId3" Type="http://schemas.openxmlformats.org/officeDocument/2006/relationships/image" Target="../media/image_6a85054d2e63bb75.pn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2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eam-outer Layout"/>
          <p:cNvSpPr/>
          <p:nvPr/>
        </p:nvSpPr>
        <p:spPr>
          <a:xfrm>
            <a:off x="0" y="4781550"/>
            <a:ext cx="12192000" cy="19050"/>
          </a:xfrm>
          <a:prstGeom prst="rect">
            <a:avLst/>
          </a:prstGeom>
          <a:gradFill>
            <a:gsLst>
              <a:gs pos="0">
                <a:srgbClr val="62F2FF">
                  <a:alpha val="0"/>
                </a:srgbClr>
              </a:gs>
              <a:gs pos="30000">
                <a:srgbClr val="62F2FF">
                  <a:alpha val="62320"/>
                </a:srgbClr>
              </a:gs>
              <a:gs pos="66000">
                <a:srgbClr val="9B71FF">
                  <a:alpha val="50839"/>
                </a:srgbClr>
              </a:gs>
              <a:gs pos="100000">
                <a:srgbClr val="FF7DE1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" name="cover-top-rule Layout"/>
          <p:cNvSpPr/>
          <p:nvPr/>
        </p:nvSpPr>
        <p:spPr>
          <a:xfrm>
            <a:off x="666750" y="1257300"/>
            <a:ext cx="1200150" cy="28575"/>
          </a:xfrm>
          <a:prstGeom prst="roundRect">
            <a:avLst>
              <a:gd name="adj" fmla="val 50000"/>
            </a:avLst>
          </a:prstGeom>
          <a:solidFill>
            <a:srgbClr val="62F2FF"/>
          </a:solidFill>
          <a:ln>
            <a:noFill/>
          </a:ln>
        </p:spPr>
      </p:sp>
      <p:sp>
        <p:nvSpPr>
          <p:cNvPr id="4" name="cover-orbit-line Layout"/>
          <p:cNvSpPr/>
          <p:nvPr/>
        </p:nvSpPr>
        <p:spPr>
          <a:xfrm>
            <a:off x="7277100" y="228600"/>
            <a:ext cx="4591050" cy="2038350"/>
          </a:xfrm>
          <a:custGeom>
            <a:avLst/>
            <a:gdLst/>
            <a:ahLst/>
            <a:cxnLst/>
            <a:rect l="l" t="t" r="r" b="b"/>
            <a:pathLst>
              <a:path w="4591050" h="2038350">
                <a:moveTo>
                  <a:pt x="0" y="476250"/>
                </a:moveTo>
                <a:cubicBezTo>
                  <a:pt x="1962150" y="0"/>
                  <a:pt x="3657600" y="742950"/>
                  <a:pt x="4591050" y="2038350"/>
                </a:cubicBezTo>
              </a:path>
            </a:pathLst>
          </a:custGeom>
          <a:noFill/>
          <a:ln w="14288">
            <a:solidFill>
              <a:srgbClr val="283153"/>
            </a:solidFill>
          </a:ln>
        </p:spPr>
      </p:sp>
      <p:pic>
        <p:nvPicPr>
          <p:cNvPr id="5" name="cover-metal-ring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0" y="819150"/>
            <a:ext cx="5048250" cy="5048250"/>
          </a:xfrm>
          <a:prstGeom prst="rect">
            <a:avLst/>
          </a:prstGeom>
        </p:spPr>
      </p:pic>
      <p:pic>
        <p:nvPicPr>
          <p:cNvPr id="6" name="cover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57200"/>
            <a:ext cx="1695450" cy="571500"/>
          </a:xfrm>
          <a:prstGeom prst="rect">
            <a:avLst/>
          </a:prstGeom>
        </p:spPr>
      </p:pic>
      <p:sp>
        <p:nvSpPr>
          <p:cNvPr id="7" name="cover-micro-label Layout"/>
          <p:cNvSpPr txBox="1"/>
          <p:nvPr/>
        </p:nvSpPr>
        <p:spPr>
          <a:xfrm>
            <a:off x="661988" y="1369695"/>
            <a:ext cx="17454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spc="195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DIGITAL FUTURE / 01</a:t>
            </a:r>
          </a:p>
        </p:txBody>
      </p:sp>
      <p:sp>
        <p:nvSpPr>
          <p:cNvPr id="8" name="cover-title-slot Placeholder"/>
          <p:cNvSpPr>
            <a:spLocks noGrp="1"/>
          </p:cNvSpPr>
          <p:nvPr>
            <p:ph type="title"/>
          </p:nvPr>
        </p:nvSpPr>
        <p:spPr>
          <a:xfrm>
            <a:off x="666750" y="1866900"/>
            <a:ext cx="619125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350"/>
            </a:lvl1pPr>
          </a:lstStyle>
          <a:p>
            <a:r>
              <a:rPr lang="en-US" sz="4350" b="1" spc="-90" dirty="0">
                <a:gradFill>
                  <a:gsLst>
                    <a:gs pos="0">
                      <a:srgbClr val="FFFFFF"/>
                    </a:gs>
                    <a:gs pos="38000">
                      <a:srgbClr val="DFFBFF"/>
                    </a:gs>
                    <a:gs pos="72000">
                      <a:srgbClr val="9B71FF"/>
                    </a:gs>
                    <a:gs pos="100000">
                      <a:srgbClr val="62F2FF"/>
                    </a:gs>
                  </a:gsLst>
                  <a:lin ang="2700000" scaled="1"/>
                </a:gra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685800" y="3476625"/>
            <a:ext cx="561975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spc="38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0" name="cover-author-slot Placeholder"/>
          <p:cNvSpPr>
            <a:spLocks noGrp="1"/>
          </p:cNvSpPr>
          <p:nvPr>
            <p:ph type="ftr" idx="2"/>
          </p:nvPr>
        </p:nvSpPr>
        <p:spPr>
          <a:xfrm>
            <a:off x="666750" y="573405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120"/>
            </a:lvl1pPr>
          </a:lstStyle>
          <a:p>
            <a:r>
              <a:rPr lang="en-US" sz="1120" b="1" spc="82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11" name="cover-date-slot Placeholder"/>
          <p:cNvSpPr>
            <a:spLocks noGrp="1"/>
          </p:cNvSpPr>
          <p:nvPr>
            <p:ph type="dt" idx="3"/>
          </p:nvPr>
        </p:nvSpPr>
        <p:spPr>
          <a:xfrm>
            <a:off x="9715500" y="5905500"/>
            <a:ext cx="180975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80"/>
            </a:lvl1pPr>
          </a:lstStyle>
          <a:p>
            <a:fld id="{5849923A-EF07-49DF-94EE-DB5BDE802694}" type="datetimeFigureOut">
              <a:rPr lang="en-US" sz="980" spc="9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2026 / 07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1" ftr="1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2K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pter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57200"/>
            <a:ext cx="1409700" cy="476250"/>
          </a:xfrm>
          <a:prstGeom prst="rect">
            <a:avLst/>
          </a:prstGeom>
        </p:spPr>
      </p:pic>
      <p:sp>
        <p:nvSpPr>
          <p:cNvPr id="3" name="chapter-grid-left Layout"/>
          <p:cNvSpPr/>
          <p:nvPr/>
        </p:nvSpPr>
        <p:spPr>
          <a:xfrm>
            <a:off x="666750" y="1123950"/>
            <a:ext cx="3905250" cy="3886200"/>
          </a:xfrm>
          <a:custGeom>
            <a:avLst/>
            <a:gdLst/>
            <a:ahLst/>
            <a:cxnLst/>
            <a:rect l="l" t="t" r="r" b="b"/>
            <a:pathLst>
              <a:path w="3905250" h="3886200">
                <a:moveTo>
                  <a:pt x="0" y="304800"/>
                </a:moveTo>
                <a:lnTo>
                  <a:pt x="3905250" y="304800"/>
                </a:lnTo>
                <a:moveTo>
                  <a:pt x="0" y="914400"/>
                </a:moveTo>
                <a:lnTo>
                  <a:pt x="3905250" y="914400"/>
                </a:lnTo>
                <a:moveTo>
                  <a:pt x="0" y="1524000"/>
                </a:moveTo>
                <a:lnTo>
                  <a:pt x="3905250" y="1524000"/>
                </a:lnTo>
                <a:moveTo>
                  <a:pt x="0" y="2133600"/>
                </a:moveTo>
                <a:lnTo>
                  <a:pt x="3905250" y="2133600"/>
                </a:lnTo>
                <a:moveTo>
                  <a:pt x="0" y="2743200"/>
                </a:moveTo>
                <a:lnTo>
                  <a:pt x="3905250" y="2743200"/>
                </a:lnTo>
                <a:moveTo>
                  <a:pt x="0" y="3352800"/>
                </a:moveTo>
                <a:lnTo>
                  <a:pt x="3905250" y="3352800"/>
                </a:lnTo>
                <a:moveTo>
                  <a:pt x="609600" y="0"/>
                </a:moveTo>
                <a:lnTo>
                  <a:pt x="609600" y="3886200"/>
                </a:lnTo>
                <a:moveTo>
                  <a:pt x="1219200" y="0"/>
                </a:moveTo>
                <a:lnTo>
                  <a:pt x="1219200" y="3886200"/>
                </a:lnTo>
                <a:moveTo>
                  <a:pt x="1828800" y="0"/>
                </a:moveTo>
                <a:lnTo>
                  <a:pt x="1828800" y="3886200"/>
                </a:lnTo>
                <a:moveTo>
                  <a:pt x="2438400" y="0"/>
                </a:moveTo>
                <a:lnTo>
                  <a:pt x="2438400" y="3886200"/>
                </a:lnTo>
                <a:moveTo>
                  <a:pt x="3048000" y="0"/>
                </a:moveTo>
                <a:lnTo>
                  <a:pt x="3048000" y="3886200"/>
                </a:lnTo>
                <a:moveTo>
                  <a:pt x="3657600" y="0"/>
                </a:moveTo>
                <a:lnTo>
                  <a:pt x="3657600" y="3886200"/>
                </a:lnTo>
              </a:path>
            </a:pathLst>
          </a:custGeom>
          <a:noFill/>
          <a:ln w="9525">
            <a:solidFill>
              <a:srgbClr val="283153">
                <a:alpha val="34000"/>
              </a:srgbClr>
            </a:solidFill>
          </a:ln>
        </p:spPr>
      </p:sp>
      <p:sp>
        <p:nvSpPr>
          <p:cNvPr id="4" name="chapter-glass-panel Layout"/>
          <p:cNvSpPr/>
          <p:nvPr/>
        </p:nvSpPr>
        <p:spPr>
          <a:xfrm>
            <a:off x="5219700" y="1466850"/>
            <a:ext cx="6210300" cy="3429000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DFFBFF">
                  <a:alpha val="16000"/>
                </a:srgbClr>
              </a:gs>
              <a:gs pos="44000">
                <a:srgbClr val="10152B">
                  <a:alpha val="90000"/>
                </a:srgbClr>
              </a:gs>
              <a:gs pos="100000">
                <a:srgbClr val="9B71FF">
                  <a:alpha val="12000"/>
                </a:srgbClr>
              </a:gs>
            </a:gsLst>
            <a:lin ang="2700000" scaled="1"/>
          </a:gradFill>
          <a:ln w="12382">
            <a:solidFill>
              <a:srgbClr val="DFFBFF">
                <a:alpha val="34000"/>
              </a:srgbClr>
            </a:solidFill>
          </a:ln>
        </p:spPr>
      </p:sp>
      <p:sp>
        <p:nvSpPr>
          <p:cNvPr id="5" name="chapter-panel-edge Layout"/>
          <p:cNvSpPr/>
          <p:nvPr/>
        </p:nvSpPr>
        <p:spPr>
          <a:xfrm>
            <a:off x="5219700" y="1466850"/>
            <a:ext cx="76200" cy="3429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2F2FF"/>
              </a:gs>
              <a:gs pos="57999">
                <a:srgbClr val="9B71FF"/>
              </a:gs>
              <a:gs pos="100000">
                <a:srgbClr val="FF7DE1"/>
              </a:gs>
            </a:gsLst>
            <a:lin ang="0" scaled="1"/>
          </a:gradFill>
          <a:ln>
            <a:noFill/>
          </a:ln>
        </p:spPr>
      </p:sp>
      <p:sp>
        <p:nvSpPr>
          <p:cNvPr id="6" name="chapter-panel-highlight Layout"/>
          <p:cNvSpPr/>
          <p:nvPr/>
        </p:nvSpPr>
        <p:spPr>
          <a:xfrm>
            <a:off x="5600700" y="17907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11430">
            <a:solidFill>
              <a:srgbClr val="DFFBFF">
                <a:alpha val="26000"/>
              </a:srgbClr>
            </a:solidFill>
          </a:ln>
        </p:spPr>
      </p:sp>
      <p:pic>
        <p:nvPicPr>
          <p:cNvPr id="7" name="chapter-metal-ribbon Layout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6572250" y="4000500"/>
            <a:ext cx="5143500" cy="2571750"/>
          </a:xfrm>
          <a:prstGeom prst="rect">
            <a:avLst/>
          </a:prstGeom>
        </p:spPr>
      </p:pic>
      <p:sp>
        <p:nvSpPr>
          <p:cNvPr id="8" name="chapter-system-label Layout"/>
          <p:cNvSpPr txBox="1"/>
          <p:nvPr/>
        </p:nvSpPr>
        <p:spPr>
          <a:xfrm>
            <a:off x="9963973" y="596741"/>
            <a:ext cx="156604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spc="180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SECTION / ENTER 03</a:t>
            </a:r>
          </a:p>
        </p:txBody>
      </p:sp>
      <p:sp>
        <p:nvSpPr>
          <p:cNvPr id="9" name="chapter-side-code Layout"/>
          <p:cNvSpPr txBox="1"/>
          <p:nvPr/>
        </p:nvSpPr>
        <p:spPr>
          <a:xfrm>
            <a:off x="776288" y="5541645"/>
            <a:ext cx="24802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spc="135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CHERRY STUDIO / DIGITAL FUTURE</a:t>
            </a:r>
          </a:p>
        </p:txBody>
      </p:sp>
      <p:sp>
        <p:nvSpPr>
          <p:cNvPr id="10" name="chapter-number-slot Placeholder"/>
          <p:cNvSpPr>
            <a:spLocks noGrp="1"/>
          </p:cNvSpPr>
          <p:nvPr>
            <p:ph type="body" idx="1"/>
          </p:nvPr>
        </p:nvSpPr>
        <p:spPr>
          <a:xfrm>
            <a:off x="666750" y="1562100"/>
            <a:ext cx="4000500" cy="3219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22650"/>
            </a:lvl1pPr>
          </a:lstStyle>
          <a:p>
            <a:pPr marL="0" indent="0">
              <a:buNone/>
            </a:pPr>
            <a:r>
              <a:rPr lang="en-US" sz="22650" b="1" spc="-1350" dirty="0">
                <a:ln w="19050">
                  <a:solidFill>
                    <a:srgbClr val="F8FDFF">
                      <a:alphaMod val="28000"/>
                    </a:srgbClr>
                  </a:solidFill>
                </a:ln>
                <a:gradFill>
                  <a:gsLst>
                    <a:gs pos="0">
                      <a:srgbClr val="FFFFFF"/>
                    </a:gs>
                    <a:gs pos="12000">
                      <a:srgbClr val="7F899E"/>
                    </a:gs>
                    <a:gs pos="25000">
                      <a:srgbClr val="F7FDFF"/>
                    </a:gs>
                    <a:gs pos="40000">
                      <a:srgbClr val="4D566B"/>
                    </a:gs>
                    <a:gs pos="55000">
                      <a:srgbClr val="FFFFFF"/>
                    </a:gs>
                    <a:gs pos="72000">
                      <a:srgbClr val="707B92"/>
                    </a:gs>
                    <a:gs pos="86000">
                      <a:srgbClr val="9B71FF"/>
                    </a:gs>
                    <a:gs pos="100000">
                      <a:srgbClr val="62F2FF"/>
                    </a:gs>
                  </a:gsLst>
                  <a:lin ang="2700000" scaled="1"/>
                </a:gradFill>
                <a:latin typeface="Arial Black"/>
                <a:ea typeface="Arial Black"/>
                <a:cs typeface="Arial Black"/>
              </a:rPr>
              <a:t>Click to add text</a:t>
            </a:r>
            <a:endParaRPr lang="en-US"/>
          </a:p>
        </p:txBody>
      </p:sp>
      <p:sp>
        <p:nvSpPr>
          <p:cNvPr id="11" name="chapter-title-slot Placeholder"/>
          <p:cNvSpPr>
            <a:spLocks noGrp="1"/>
          </p:cNvSpPr>
          <p:nvPr>
            <p:ph type="title"/>
          </p:nvPr>
        </p:nvSpPr>
        <p:spPr>
          <a:xfrm>
            <a:off x="5829300" y="2305050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900"/>
            </a:lvl1pPr>
          </a:lstStyle>
          <a:p>
            <a:r>
              <a:rPr lang="en-US" sz="3900" b="1" spc="-45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2" name="chapter-subtitle-slot Placeholder"/>
          <p:cNvSpPr>
            <a:spLocks noGrp="1"/>
          </p:cNvSpPr>
          <p:nvPr>
            <p:ph type="subTitle" idx="2"/>
          </p:nvPr>
        </p:nvSpPr>
        <p:spPr>
          <a:xfrm>
            <a:off x="5848350" y="3371850"/>
            <a:ext cx="4514850" cy="704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420"/>
            </a:lvl1pPr>
          </a:lstStyle>
          <a:p>
            <a:pPr marL="0" indent="0">
              <a:buNone/>
            </a:pPr>
            <a:r>
              <a:rPr lang="en-US" sz="1420" spc="22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2K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genda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57200"/>
            <a:ext cx="1409700" cy="476250"/>
          </a:xfrm>
          <a:prstGeom prst="rect">
            <a:avLst/>
          </a:prstGeom>
        </p:spPr>
      </p:pic>
      <p:sp>
        <p:nvSpPr>
          <p:cNvPr id="3" name="agenda-system-label Layout"/>
          <p:cNvSpPr txBox="1"/>
          <p:nvPr/>
        </p:nvSpPr>
        <p:spPr>
          <a:xfrm>
            <a:off x="9933169" y="596741"/>
            <a:ext cx="159684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spc="180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CHERRY / SYSTEM 02</a:t>
            </a:r>
          </a:p>
        </p:txBody>
      </p:sp>
      <p:sp>
        <p:nvSpPr>
          <p:cNvPr id="4" name="agenda-row-1 Layout"/>
          <p:cNvSpPr/>
          <p:nvPr/>
        </p:nvSpPr>
        <p:spPr>
          <a:xfrm>
            <a:off x="666750" y="1200150"/>
            <a:ext cx="6743700" cy="723900"/>
          </a:xfrm>
          <a:prstGeom prst="roundRect">
            <a:avLst>
              <a:gd name="adj" fmla="val 23684"/>
            </a:avLst>
          </a:prstGeom>
          <a:solidFill>
            <a:srgbClr val="10152B">
              <a:alpha val="78000"/>
            </a:srgbClr>
          </a:solidFill>
          <a:ln w="13335">
            <a:solidFill>
              <a:srgbClr val="62F2FF">
                <a:alpha val="52000"/>
              </a:srgbClr>
            </a:solidFill>
          </a:ln>
        </p:spPr>
      </p:sp>
      <p:sp>
        <p:nvSpPr>
          <p:cNvPr id="5" name="agenda-row-2 Layout"/>
          <p:cNvSpPr/>
          <p:nvPr/>
        </p:nvSpPr>
        <p:spPr>
          <a:xfrm>
            <a:off x="666750" y="2076450"/>
            <a:ext cx="6743700" cy="723900"/>
          </a:xfrm>
          <a:prstGeom prst="roundRect">
            <a:avLst>
              <a:gd name="adj" fmla="val 23684"/>
            </a:avLst>
          </a:prstGeom>
          <a:solidFill>
            <a:srgbClr val="10152B">
              <a:alpha val="70000"/>
            </a:srgbClr>
          </a:solidFill>
          <a:ln w="11430">
            <a:solidFill>
              <a:srgbClr val="536086">
                <a:alpha val="55000"/>
              </a:srgbClr>
            </a:solidFill>
          </a:ln>
        </p:spPr>
      </p:sp>
      <p:sp>
        <p:nvSpPr>
          <p:cNvPr id="6" name="agenda-row-3 Layout"/>
          <p:cNvSpPr/>
          <p:nvPr/>
        </p:nvSpPr>
        <p:spPr>
          <a:xfrm>
            <a:off x="666750" y="2952750"/>
            <a:ext cx="6743700" cy="723900"/>
          </a:xfrm>
          <a:prstGeom prst="roundRect">
            <a:avLst>
              <a:gd name="adj" fmla="val 23684"/>
            </a:avLst>
          </a:prstGeom>
          <a:solidFill>
            <a:srgbClr val="10152B">
              <a:alpha val="70000"/>
            </a:srgbClr>
          </a:solidFill>
          <a:ln w="11430">
            <a:solidFill>
              <a:srgbClr val="9B71FF">
                <a:alpha val="46000"/>
              </a:srgbClr>
            </a:solidFill>
          </a:ln>
        </p:spPr>
      </p:sp>
      <p:sp>
        <p:nvSpPr>
          <p:cNvPr id="7" name="agenda-row-4 Layout"/>
          <p:cNvSpPr/>
          <p:nvPr/>
        </p:nvSpPr>
        <p:spPr>
          <a:xfrm>
            <a:off x="666750" y="3829050"/>
            <a:ext cx="6743700" cy="723900"/>
          </a:xfrm>
          <a:prstGeom prst="roundRect">
            <a:avLst>
              <a:gd name="adj" fmla="val 23684"/>
            </a:avLst>
          </a:prstGeom>
          <a:solidFill>
            <a:srgbClr val="10152B">
              <a:alpha val="70000"/>
            </a:srgbClr>
          </a:solidFill>
          <a:ln w="11430">
            <a:solidFill>
              <a:srgbClr val="536086">
                <a:alpha val="55000"/>
              </a:srgbClr>
            </a:solidFill>
          </a:ln>
        </p:spPr>
      </p:sp>
      <p:sp>
        <p:nvSpPr>
          <p:cNvPr id="8" name="agenda-row-5 Layout"/>
          <p:cNvSpPr/>
          <p:nvPr/>
        </p:nvSpPr>
        <p:spPr>
          <a:xfrm>
            <a:off x="666750" y="4705350"/>
            <a:ext cx="6743700" cy="723900"/>
          </a:xfrm>
          <a:prstGeom prst="roundRect">
            <a:avLst>
              <a:gd name="adj" fmla="val 23684"/>
            </a:avLst>
          </a:prstGeom>
          <a:solidFill>
            <a:srgbClr val="10152B">
              <a:alpha val="70000"/>
            </a:srgbClr>
          </a:solidFill>
          <a:ln w="11430">
            <a:solidFill>
              <a:srgbClr val="FF7DE1">
                <a:alpha val="34000"/>
              </a:srgbClr>
            </a:solidFill>
          </a:ln>
        </p:spPr>
      </p:sp>
      <p:sp>
        <p:nvSpPr>
          <p:cNvPr id="9" name="agenda-active-edge Layout"/>
          <p:cNvSpPr/>
          <p:nvPr/>
        </p:nvSpPr>
        <p:spPr>
          <a:xfrm>
            <a:off x="666750" y="1200150"/>
            <a:ext cx="47625" cy="723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2F2FF">
                  <a:alpha val="84000"/>
                </a:srgbClr>
              </a:gs>
              <a:gs pos="56000">
                <a:srgbClr val="9B71FF">
                  <a:alpha val="42000"/>
                </a:srgbClr>
              </a:gs>
              <a:gs pos="100000">
                <a:srgbClr val="FF7DE1">
                  <a:alpha val="8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0" name="agenda-index-1 Layout"/>
          <p:cNvSpPr txBox="1"/>
          <p:nvPr/>
        </p:nvSpPr>
        <p:spPr>
          <a:xfrm>
            <a:off x="981837" y="1471136"/>
            <a:ext cx="2857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agenda-index-2 Layout"/>
          <p:cNvSpPr txBox="1"/>
          <p:nvPr/>
        </p:nvSpPr>
        <p:spPr>
          <a:xfrm>
            <a:off x="981837" y="2347436"/>
            <a:ext cx="2857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73809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agenda-index-3 Layout"/>
          <p:cNvSpPr txBox="1"/>
          <p:nvPr/>
        </p:nvSpPr>
        <p:spPr>
          <a:xfrm>
            <a:off x="981837" y="3223736"/>
            <a:ext cx="2857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9B71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agenda-index-4 Layout"/>
          <p:cNvSpPr txBox="1"/>
          <p:nvPr/>
        </p:nvSpPr>
        <p:spPr>
          <a:xfrm>
            <a:off x="981837" y="4100036"/>
            <a:ext cx="2857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73809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agenda-index-5 Layout"/>
          <p:cNvSpPr txBox="1"/>
          <p:nvPr/>
        </p:nvSpPr>
        <p:spPr>
          <a:xfrm>
            <a:off x="981837" y="4976336"/>
            <a:ext cx="2857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FF7DE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agenda-orbit-a Layout"/>
          <p:cNvSpPr/>
          <p:nvPr/>
        </p:nvSpPr>
        <p:spPr>
          <a:xfrm>
            <a:off x="8172450" y="876300"/>
            <a:ext cx="3429000" cy="1847850"/>
          </a:xfrm>
          <a:custGeom>
            <a:avLst/>
            <a:gdLst/>
            <a:ahLst/>
            <a:cxnLst/>
            <a:rect l="l" t="t" r="r" b="b"/>
            <a:pathLst>
              <a:path w="3429000" h="1847850">
                <a:moveTo>
                  <a:pt x="0" y="723900"/>
                </a:moveTo>
                <a:cubicBezTo>
                  <a:pt x="1276350" y="0"/>
                  <a:pt x="2914650" y="476250"/>
                  <a:pt x="3429000" y="1847850"/>
                </a:cubicBezTo>
              </a:path>
            </a:pathLst>
          </a:custGeom>
          <a:noFill/>
          <a:ln w="13335">
            <a:solidFill>
              <a:srgbClr val="283153"/>
            </a:solidFill>
          </a:ln>
        </p:spPr>
      </p:sp>
      <p:sp>
        <p:nvSpPr>
          <p:cNvPr id="16" name="agenda-orbit-b Layout"/>
          <p:cNvSpPr/>
          <p:nvPr/>
        </p:nvSpPr>
        <p:spPr>
          <a:xfrm>
            <a:off x="8058150" y="4038600"/>
            <a:ext cx="3581400" cy="1828800"/>
          </a:xfrm>
          <a:custGeom>
            <a:avLst/>
            <a:gdLst/>
            <a:ahLst/>
            <a:cxnLst/>
            <a:rect l="l" t="t" r="r" b="b"/>
            <a:pathLst>
              <a:path w="3581400" h="1828800">
                <a:moveTo>
                  <a:pt x="0" y="876300"/>
                </a:moveTo>
                <a:cubicBezTo>
                  <a:pt x="1371600" y="1828800"/>
                  <a:pt x="3009900" y="1352550"/>
                  <a:pt x="3581400" y="0"/>
                </a:cubicBezTo>
              </a:path>
            </a:pathLst>
          </a:custGeom>
          <a:noFill/>
          <a:ln w="13335">
            <a:solidFill>
              <a:srgbClr val="9B71FF">
                <a:alpha val="34000"/>
              </a:srgbClr>
            </a:solidFill>
          </a:ln>
        </p:spPr>
      </p:sp>
      <p:pic>
        <p:nvPicPr>
          <p:cNvPr id="17" name="agenda-metal-sphere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695450"/>
            <a:ext cx="3333750" cy="3333750"/>
          </a:xfrm>
          <a:prstGeom prst="rect">
            <a:avLst/>
          </a:prstGeom>
        </p:spPr>
      </p:pic>
      <p:sp>
        <p:nvSpPr>
          <p:cNvPr id="18" name="agenda-footer-code Layout"/>
          <p:cNvSpPr txBox="1"/>
          <p:nvPr/>
        </p:nvSpPr>
        <p:spPr>
          <a:xfrm>
            <a:off x="9893618" y="6064091"/>
            <a:ext cx="16363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spc="112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NAVIGATION MATRIX / 05</a:t>
            </a:r>
          </a:p>
        </p:txBody>
      </p:sp>
      <p:sp>
        <p:nvSpPr>
          <p:cNvPr id="19" name="agenda-item-1-slot Placeholder"/>
          <p:cNvSpPr>
            <a:spLocks noGrp="1"/>
          </p:cNvSpPr>
          <p:nvPr>
            <p:ph type="body" idx="1"/>
          </p:nvPr>
        </p:nvSpPr>
        <p:spPr>
          <a:xfrm>
            <a:off x="1562100" y="1343025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agenda-item-2-slot Placeholder"/>
          <p:cNvSpPr>
            <a:spLocks noGrp="1"/>
          </p:cNvSpPr>
          <p:nvPr>
            <p:ph type="body" idx="2"/>
          </p:nvPr>
        </p:nvSpPr>
        <p:spPr>
          <a:xfrm>
            <a:off x="1562100" y="2219325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D8DEE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agenda-item-3-slot Placeholder"/>
          <p:cNvSpPr>
            <a:spLocks noGrp="1"/>
          </p:cNvSpPr>
          <p:nvPr>
            <p:ph type="body" idx="3"/>
          </p:nvPr>
        </p:nvSpPr>
        <p:spPr>
          <a:xfrm>
            <a:off x="1562100" y="3095625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D8DEE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agenda-item-4-slot Placeholder"/>
          <p:cNvSpPr>
            <a:spLocks noGrp="1"/>
          </p:cNvSpPr>
          <p:nvPr>
            <p:ph type="body" idx="4"/>
          </p:nvPr>
        </p:nvSpPr>
        <p:spPr>
          <a:xfrm>
            <a:off x="1562100" y="3971925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D8DEE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3" name="agenda-item-5-slot Placeholder"/>
          <p:cNvSpPr>
            <a:spLocks noGrp="1"/>
          </p:cNvSpPr>
          <p:nvPr>
            <p:ph type="body" idx="5"/>
          </p:nvPr>
        </p:nvSpPr>
        <p:spPr>
          <a:xfrm>
            <a:off x="1562100" y="4848225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D8DEE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2K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00050"/>
            <a:ext cx="1123950" cy="381000"/>
          </a:xfrm>
          <a:prstGeom prst="rect">
            <a:avLst/>
          </a:prstGeom>
        </p:spPr>
      </p:pic>
      <p:sp>
        <p:nvSpPr>
          <p:cNvPr id="3" name="content-grid Layout"/>
          <p:cNvSpPr/>
          <p:nvPr/>
        </p:nvSpPr>
        <p:spPr>
          <a:xfrm>
            <a:off x="7715250" y="1066800"/>
            <a:ext cx="3810000" cy="4781550"/>
          </a:xfrm>
          <a:custGeom>
            <a:avLst/>
            <a:gdLst/>
            <a:ahLst/>
            <a:cxnLst/>
            <a:rect l="l" t="t" r="r" b="b"/>
            <a:pathLst>
              <a:path w="3810000" h="4781550">
                <a:moveTo>
                  <a:pt x="381000" y="0"/>
                </a:moveTo>
                <a:lnTo>
                  <a:pt x="381000" y="4781550"/>
                </a:lnTo>
                <a:moveTo>
                  <a:pt x="1143000" y="0"/>
                </a:moveTo>
                <a:lnTo>
                  <a:pt x="1143000" y="4781550"/>
                </a:lnTo>
                <a:moveTo>
                  <a:pt x="1905000" y="0"/>
                </a:moveTo>
                <a:lnTo>
                  <a:pt x="1905000" y="4781550"/>
                </a:lnTo>
                <a:moveTo>
                  <a:pt x="2667000" y="0"/>
                </a:moveTo>
                <a:lnTo>
                  <a:pt x="2667000" y="4781550"/>
                </a:lnTo>
                <a:moveTo>
                  <a:pt x="3429000" y="0"/>
                </a:moveTo>
                <a:lnTo>
                  <a:pt x="3429000" y="4781550"/>
                </a:lnTo>
                <a:moveTo>
                  <a:pt x="0" y="381000"/>
                </a:moveTo>
                <a:lnTo>
                  <a:pt x="3810000" y="381000"/>
                </a:lnTo>
                <a:moveTo>
                  <a:pt x="0" y="1143000"/>
                </a:moveTo>
                <a:lnTo>
                  <a:pt x="3810000" y="1143000"/>
                </a:lnTo>
                <a:moveTo>
                  <a:pt x="0" y="1905000"/>
                </a:moveTo>
                <a:lnTo>
                  <a:pt x="3810000" y="1905000"/>
                </a:lnTo>
                <a:moveTo>
                  <a:pt x="0" y="2667000"/>
                </a:moveTo>
                <a:lnTo>
                  <a:pt x="3810000" y="2667000"/>
                </a:lnTo>
                <a:moveTo>
                  <a:pt x="0" y="3429000"/>
                </a:moveTo>
                <a:lnTo>
                  <a:pt x="3810000" y="3429000"/>
                </a:lnTo>
                <a:moveTo>
                  <a:pt x="0" y="4191000"/>
                </a:moveTo>
                <a:lnTo>
                  <a:pt x="3810000" y="4191000"/>
                </a:lnTo>
              </a:path>
            </a:pathLst>
          </a:custGeom>
          <a:noFill/>
          <a:ln w="9525">
            <a:solidFill>
              <a:srgbClr val="283153">
                <a:alpha val="24000"/>
              </a:srgbClr>
            </a:solidFill>
          </a:ln>
        </p:spPr>
      </p:sp>
      <p:sp>
        <p:nvSpPr>
          <p:cNvPr id="4" name="content-main-panel Layout"/>
          <p:cNvSpPr/>
          <p:nvPr/>
        </p:nvSpPr>
        <p:spPr>
          <a:xfrm>
            <a:off x="666750" y="1924050"/>
            <a:ext cx="10858500" cy="3752850"/>
          </a:xfrm>
          <a:prstGeom prst="roundRect">
            <a:avLst>
              <a:gd name="adj" fmla="val 7107"/>
            </a:avLst>
          </a:prstGeom>
          <a:gradFill>
            <a:gsLst>
              <a:gs pos="0">
                <a:srgbClr val="DFFBFF">
                  <a:alpha val="12000"/>
                </a:srgbClr>
              </a:gs>
              <a:gs pos="18000">
                <a:srgbClr val="10152B">
                  <a:alpha val="92000"/>
                </a:srgbClr>
              </a:gs>
              <a:gs pos="100000">
                <a:srgbClr val="9B71FF">
                  <a:alpha val="8000"/>
                </a:srgbClr>
              </a:gs>
            </a:gsLst>
            <a:lin ang="2700000" scaled="1"/>
          </a:gradFill>
          <a:ln w="11430">
            <a:solidFill>
              <a:srgbClr val="DFFBFF">
                <a:alpha val="25000"/>
              </a:srgbClr>
            </a:solidFill>
          </a:ln>
        </p:spPr>
      </p:sp>
      <p:sp>
        <p:nvSpPr>
          <p:cNvPr id="5" name="content-panel-top Layout"/>
          <p:cNvSpPr/>
          <p:nvPr/>
        </p:nvSpPr>
        <p:spPr>
          <a:xfrm>
            <a:off x="666750" y="1924050"/>
            <a:ext cx="10858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2F2FF">
                  <a:alpha val="82000"/>
                </a:srgbClr>
              </a:gs>
              <a:gs pos="62000">
                <a:srgbClr val="9B71FF">
                  <a:alpha val="82000"/>
                </a:srgbClr>
              </a:gs>
              <a:gs pos="100000">
                <a:srgbClr val="FF7DE1">
                  <a:alpha val="82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6" name="content-layout-code Layout"/>
          <p:cNvSpPr txBox="1"/>
          <p:nvPr/>
        </p:nvSpPr>
        <p:spPr>
          <a:xfrm>
            <a:off x="9884363" y="577691"/>
            <a:ext cx="164564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spc="165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CONTENT / MATRIX 04</a:t>
            </a:r>
          </a:p>
        </p:txBody>
      </p:sp>
      <p:sp>
        <p:nvSpPr>
          <p:cNvPr id="7" name="content-section-slot Placeholder"/>
          <p:cNvSpPr>
            <a:spLocks noGrp="1"/>
          </p:cNvSpPr>
          <p:nvPr>
            <p:ph type="body" idx="1"/>
          </p:nvPr>
        </p:nvSpPr>
        <p:spPr>
          <a:xfrm>
            <a:off x="666750" y="990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900"/>
            </a:lvl1pPr>
          </a:lstStyle>
          <a:p>
            <a:pPr marL="0" indent="0">
              <a:buNone/>
            </a:pPr>
            <a:r>
              <a:rPr lang="en-US" sz="900" b="1" spc="180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8" name="content-title-slot Placeholder"/>
          <p:cNvSpPr>
            <a:spLocks noGrp="1"/>
          </p:cNvSpPr>
          <p:nvPr>
            <p:ph type="title"/>
          </p:nvPr>
        </p:nvSpPr>
        <p:spPr>
          <a:xfrm>
            <a:off x="666750" y="125730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content-area-slot Placeholder"/>
          <p:cNvSpPr>
            <a:spLocks noGrp="1"/>
          </p:cNvSpPr>
          <p:nvPr>
            <p:ph type="obj" idx="2"/>
          </p:nvPr>
        </p:nvSpPr>
        <p:spPr>
          <a:xfrm>
            <a:off x="914400" y="2209800"/>
            <a:ext cx="10363200" cy="3143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Click to add content</a:t>
            </a:r>
            <a:endParaRPr lang="en-US"/>
          </a:p>
        </p:txBody>
      </p:sp>
      <p:sp>
        <p:nvSpPr>
          <p:cNvPr id="10" name="content-source-slot Placeholder"/>
          <p:cNvSpPr>
            <a:spLocks noGrp="1"/>
          </p:cNvSpPr>
          <p:nvPr>
            <p:ph type="ftr" idx="3"/>
          </p:nvPr>
        </p:nvSpPr>
        <p:spPr>
          <a:xfrm>
            <a:off x="666750" y="594360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820"/>
            </a:lvl1pPr>
          </a:lstStyle>
          <a:p>
            <a:r>
              <a:rPr lang="en-US" sz="820" dirty="0">
                <a:solidFill>
                  <a:srgbClr val="75809D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11" name="content-page-slot Placeholder"/>
          <p:cNvSpPr>
            <a:spLocks noGrp="1"/>
          </p:cNvSpPr>
          <p:nvPr>
            <p:ph type="sldNum" idx="4"/>
          </p:nvPr>
        </p:nvSpPr>
        <p:spPr>
          <a:xfrm>
            <a:off x="10668000" y="5943600"/>
            <a:ext cx="857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00"/>
            </a:lvl1pPr>
          </a:lstStyle>
          <a:p>
            <a:fld id="{8F815CB0-EF48-4AFF-9984-EF055C1E1EEC}" type="slidenum">
              <a:rPr lang="en-US" sz="9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2K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wo-col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00050"/>
            <a:ext cx="1123950" cy="381000"/>
          </a:xfrm>
          <a:prstGeom prst="rect">
            <a:avLst/>
          </a:prstGeom>
        </p:spPr>
      </p:pic>
      <p:sp>
        <p:nvSpPr>
          <p:cNvPr id="3" name="two-col-layout-code Layout"/>
          <p:cNvSpPr txBox="1"/>
          <p:nvPr/>
        </p:nvSpPr>
        <p:spPr>
          <a:xfrm>
            <a:off x="10036035" y="577691"/>
            <a:ext cx="14939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spc="165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DUAL / COMPARE 05</a:t>
            </a:r>
          </a:p>
        </p:txBody>
      </p:sp>
      <p:sp>
        <p:nvSpPr>
          <p:cNvPr id="4" name="two-col-left-panel Layout"/>
          <p:cNvSpPr/>
          <p:nvPr/>
        </p:nvSpPr>
        <p:spPr>
          <a:xfrm>
            <a:off x="666750" y="1924050"/>
            <a:ext cx="5143500" cy="3752850"/>
          </a:xfrm>
          <a:prstGeom prst="roundRect">
            <a:avLst>
              <a:gd name="adj" fmla="val 7107"/>
            </a:avLst>
          </a:prstGeom>
          <a:gradFill>
            <a:gsLst>
              <a:gs pos="0">
                <a:srgbClr val="62F2FF">
                  <a:alpha val="12000"/>
                </a:srgbClr>
              </a:gs>
              <a:gs pos="30000">
                <a:srgbClr val="10152B">
                  <a:alpha val="94000"/>
                </a:srgbClr>
              </a:gs>
              <a:gs pos="100000">
                <a:srgbClr val="10152B">
                  <a:alpha val="74000"/>
                </a:srgbClr>
              </a:gs>
            </a:gsLst>
            <a:lin ang="2700000" scaled="1"/>
          </a:gradFill>
          <a:ln w="12382">
            <a:solidFill>
              <a:srgbClr val="62F2FF">
                <a:alpha val="36000"/>
              </a:srgbClr>
            </a:solidFill>
          </a:ln>
        </p:spPr>
      </p:sp>
      <p:sp>
        <p:nvSpPr>
          <p:cNvPr id="5" name="two-col-right-panel Layout"/>
          <p:cNvSpPr/>
          <p:nvPr/>
        </p:nvSpPr>
        <p:spPr>
          <a:xfrm>
            <a:off x="6381750" y="1924050"/>
            <a:ext cx="5143500" cy="3752850"/>
          </a:xfrm>
          <a:prstGeom prst="roundRect">
            <a:avLst>
              <a:gd name="adj" fmla="val 7107"/>
            </a:avLst>
          </a:prstGeom>
          <a:gradFill>
            <a:gsLst>
              <a:gs pos="0">
                <a:srgbClr val="9B71FF">
                  <a:alpha val="13000"/>
                </a:srgbClr>
              </a:gs>
              <a:gs pos="30000">
                <a:srgbClr val="10152B">
                  <a:alpha val="94000"/>
                </a:srgbClr>
              </a:gs>
              <a:gs pos="100000">
                <a:srgbClr val="10152B">
                  <a:alpha val="74000"/>
                </a:srgbClr>
              </a:gs>
            </a:gsLst>
            <a:lin ang="2700000" scaled="1"/>
          </a:gradFill>
          <a:ln w="12382">
            <a:solidFill>
              <a:srgbClr val="9B71FF">
                <a:alpha val="40000"/>
              </a:srgbClr>
            </a:solidFill>
          </a:ln>
        </p:spPr>
      </p:sp>
      <p:sp>
        <p:nvSpPr>
          <p:cNvPr id="6" name="two-col-left-edge Layout"/>
          <p:cNvSpPr/>
          <p:nvPr/>
        </p:nvSpPr>
        <p:spPr>
          <a:xfrm>
            <a:off x="666750" y="1924050"/>
            <a:ext cx="57150" cy="3752850"/>
          </a:xfrm>
          <a:prstGeom prst="roundRect">
            <a:avLst>
              <a:gd name="adj" fmla="val 50000"/>
            </a:avLst>
          </a:prstGeom>
          <a:solidFill>
            <a:srgbClr val="62F2FF"/>
          </a:solidFill>
          <a:ln>
            <a:noFill/>
          </a:ln>
        </p:spPr>
      </p:sp>
      <p:sp>
        <p:nvSpPr>
          <p:cNvPr id="7" name="two-col-right-edge Layout"/>
          <p:cNvSpPr/>
          <p:nvPr/>
        </p:nvSpPr>
        <p:spPr>
          <a:xfrm>
            <a:off x="11468100" y="1924050"/>
            <a:ext cx="57150" cy="3752850"/>
          </a:xfrm>
          <a:prstGeom prst="roundRect">
            <a:avLst>
              <a:gd name="adj" fmla="val 50000"/>
            </a:avLst>
          </a:prstGeom>
          <a:solidFill>
            <a:srgbClr val="9B71FF"/>
          </a:solidFill>
          <a:ln>
            <a:noFill/>
          </a:ln>
        </p:spPr>
      </p:sp>
      <p:sp>
        <p:nvSpPr>
          <p:cNvPr id="8" name="two-col-metal-divider Layout"/>
          <p:cNvSpPr/>
          <p:nvPr/>
        </p:nvSpPr>
        <p:spPr>
          <a:xfrm>
            <a:off x="6067425" y="2419350"/>
            <a:ext cx="57150" cy="27622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34000">
                <a:srgbClr val="69758C"/>
              </a:gs>
              <a:gs pos="57999">
                <a:srgbClr val="F4F7FF"/>
              </a:gs>
              <a:gs pos="82000">
                <a:srgbClr val="9B71FF"/>
              </a:gs>
              <a:gs pos="100000">
                <a:srgbClr val="62F2FF"/>
              </a:gs>
            </a:gsLst>
            <a:lin ang="5400000" scaled="1"/>
          </a:gradFill>
          <a:ln>
            <a:noFill/>
          </a:ln>
        </p:spPr>
      </p:sp>
      <p:sp>
        <p:nvSpPr>
          <p:cNvPr id="9" name="two-col-metal-node Layout"/>
          <p:cNvSpPr/>
          <p:nvPr/>
        </p:nvSpPr>
        <p:spPr>
          <a:xfrm>
            <a:off x="5962650" y="3657600"/>
            <a:ext cx="266700" cy="266700"/>
          </a:xfrm>
          <a:prstGeom prst="ellipse">
            <a:avLst/>
          </a:prstGeom>
          <a:gradFill>
            <a:gsLst>
              <a:gs pos="0">
                <a:srgbClr val="FFFFFF"/>
              </a:gs>
              <a:gs pos="34000">
                <a:srgbClr val="69758C"/>
              </a:gs>
              <a:gs pos="57999">
                <a:srgbClr val="F4F7FF"/>
              </a:gs>
              <a:gs pos="82000">
                <a:srgbClr val="9B71FF"/>
              </a:gs>
              <a:gs pos="100000">
                <a:srgbClr val="62F2FF"/>
              </a:gs>
            </a:gsLst>
            <a:lin ang="5400000" scaled="1"/>
          </a:gradFill>
          <a:ln w="19050">
            <a:solidFill>
              <a:srgbClr val="DFFBFF">
                <a:alpha val="48000"/>
              </a:srgbClr>
            </a:solidFill>
          </a:ln>
        </p:spPr>
      </p:sp>
      <p:sp>
        <p:nvSpPr>
          <p:cNvPr id="10" name="two-col-left-grid Layout"/>
          <p:cNvSpPr/>
          <p:nvPr/>
        </p:nvSpPr>
        <p:spPr>
          <a:xfrm>
            <a:off x="1028700" y="4629150"/>
            <a:ext cx="4419600" cy="781050"/>
          </a:xfrm>
          <a:custGeom>
            <a:avLst/>
            <a:gdLst/>
            <a:ahLst/>
            <a:cxnLst/>
            <a:rect l="l" t="t" r="r" b="b"/>
            <a:pathLst>
              <a:path w="4419600" h="781050">
                <a:moveTo>
                  <a:pt x="0" y="323850"/>
                </a:moveTo>
                <a:lnTo>
                  <a:pt x="4419600" y="323850"/>
                </a:lnTo>
                <a:moveTo>
                  <a:pt x="0" y="628650"/>
                </a:moveTo>
                <a:lnTo>
                  <a:pt x="4419600" y="628650"/>
                </a:lnTo>
                <a:moveTo>
                  <a:pt x="323850" y="0"/>
                </a:moveTo>
                <a:lnTo>
                  <a:pt x="323850" y="781050"/>
                </a:lnTo>
                <a:moveTo>
                  <a:pt x="1085850" y="0"/>
                </a:moveTo>
                <a:lnTo>
                  <a:pt x="1085850" y="781050"/>
                </a:lnTo>
                <a:moveTo>
                  <a:pt x="1847850" y="0"/>
                </a:moveTo>
                <a:lnTo>
                  <a:pt x="1847850" y="781050"/>
                </a:lnTo>
                <a:moveTo>
                  <a:pt x="2609850" y="0"/>
                </a:moveTo>
                <a:lnTo>
                  <a:pt x="2609850" y="781050"/>
                </a:lnTo>
                <a:moveTo>
                  <a:pt x="3371850" y="0"/>
                </a:moveTo>
                <a:lnTo>
                  <a:pt x="3371850" y="781050"/>
                </a:lnTo>
                <a:moveTo>
                  <a:pt x="4133850" y="0"/>
                </a:moveTo>
                <a:lnTo>
                  <a:pt x="4133850" y="781050"/>
                </a:lnTo>
              </a:path>
            </a:pathLst>
          </a:custGeom>
          <a:noFill/>
          <a:ln w="9525">
            <a:solidFill>
              <a:srgbClr val="62F2FF">
                <a:alpha val="10000"/>
              </a:srgbClr>
            </a:solidFill>
          </a:ln>
        </p:spPr>
      </p:sp>
      <p:sp>
        <p:nvSpPr>
          <p:cNvPr id="11" name="two-col-right-grid Layout"/>
          <p:cNvSpPr/>
          <p:nvPr/>
        </p:nvSpPr>
        <p:spPr>
          <a:xfrm>
            <a:off x="6743700" y="4629150"/>
            <a:ext cx="4419600" cy="781050"/>
          </a:xfrm>
          <a:custGeom>
            <a:avLst/>
            <a:gdLst/>
            <a:ahLst/>
            <a:cxnLst/>
            <a:rect l="l" t="t" r="r" b="b"/>
            <a:pathLst>
              <a:path w="4419600" h="781050">
                <a:moveTo>
                  <a:pt x="0" y="323850"/>
                </a:moveTo>
                <a:lnTo>
                  <a:pt x="4419600" y="323850"/>
                </a:lnTo>
                <a:moveTo>
                  <a:pt x="0" y="628650"/>
                </a:moveTo>
                <a:lnTo>
                  <a:pt x="4419600" y="628650"/>
                </a:lnTo>
                <a:moveTo>
                  <a:pt x="323850" y="0"/>
                </a:moveTo>
                <a:lnTo>
                  <a:pt x="323850" y="781050"/>
                </a:lnTo>
                <a:moveTo>
                  <a:pt x="1085850" y="0"/>
                </a:moveTo>
                <a:lnTo>
                  <a:pt x="1085850" y="781050"/>
                </a:lnTo>
                <a:moveTo>
                  <a:pt x="1847850" y="0"/>
                </a:moveTo>
                <a:lnTo>
                  <a:pt x="1847850" y="781050"/>
                </a:lnTo>
                <a:moveTo>
                  <a:pt x="2609850" y="0"/>
                </a:moveTo>
                <a:lnTo>
                  <a:pt x="2609850" y="781050"/>
                </a:lnTo>
                <a:moveTo>
                  <a:pt x="3371850" y="0"/>
                </a:moveTo>
                <a:lnTo>
                  <a:pt x="3371850" y="781050"/>
                </a:lnTo>
                <a:moveTo>
                  <a:pt x="4133850" y="0"/>
                </a:moveTo>
                <a:lnTo>
                  <a:pt x="4133850" y="781050"/>
                </a:lnTo>
              </a:path>
            </a:pathLst>
          </a:custGeom>
          <a:noFill/>
          <a:ln w="9525">
            <a:solidFill>
              <a:srgbClr val="9B71FF">
                <a:alpha val="10000"/>
              </a:srgbClr>
            </a:solidFill>
          </a:ln>
        </p:spPr>
      </p:sp>
      <p:sp>
        <p:nvSpPr>
          <p:cNvPr id="12" name="two-col-title-slot Placeholder"/>
          <p:cNvSpPr>
            <a:spLocks noGrp="1"/>
          </p:cNvSpPr>
          <p:nvPr>
            <p:ph type="title"/>
          </p:nvPr>
        </p:nvSpPr>
        <p:spPr>
          <a:xfrm>
            <a:off x="666750" y="1066800"/>
            <a:ext cx="99060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3" name="two-col-left-title-slot Placeholder"/>
          <p:cNvSpPr>
            <a:spLocks noGrp="1"/>
          </p:cNvSpPr>
          <p:nvPr>
            <p:ph type="body" idx="1"/>
          </p:nvPr>
        </p:nvSpPr>
        <p:spPr>
          <a:xfrm>
            <a:off x="1066800" y="2343150"/>
            <a:ext cx="4095750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two-col-left-body-slot Placeholder"/>
          <p:cNvSpPr>
            <a:spLocks noGrp="1"/>
          </p:cNvSpPr>
          <p:nvPr>
            <p:ph type="body" idx="2"/>
          </p:nvPr>
        </p:nvSpPr>
        <p:spPr>
          <a:xfrm>
            <a:off x="1066800" y="3028950"/>
            <a:ext cx="409575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two-col-right-title-slot Placeholder"/>
          <p:cNvSpPr>
            <a:spLocks noGrp="1"/>
          </p:cNvSpPr>
          <p:nvPr>
            <p:ph type="body" idx="3"/>
          </p:nvPr>
        </p:nvSpPr>
        <p:spPr>
          <a:xfrm>
            <a:off x="6781800" y="2343150"/>
            <a:ext cx="4095750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80"/>
            </a:lvl1pPr>
          </a:lstStyle>
          <a:p>
            <a:pPr marL="0" indent="0">
              <a:buNone/>
            </a:pPr>
            <a:r>
              <a:rPr lang="en-US" sz="1880" b="1" dirty="0">
                <a:solidFill>
                  <a:srgbClr val="9B71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two-col-right-body-slot Placeholder"/>
          <p:cNvSpPr>
            <a:spLocks noGrp="1"/>
          </p:cNvSpPr>
          <p:nvPr>
            <p:ph type="body" idx="4"/>
          </p:nvPr>
        </p:nvSpPr>
        <p:spPr>
          <a:xfrm>
            <a:off x="6781800" y="3028950"/>
            <a:ext cx="409575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two-col-page-slot Placeholder"/>
          <p:cNvSpPr>
            <a:spLocks noGrp="1"/>
          </p:cNvSpPr>
          <p:nvPr>
            <p:ph type="sldNum" idx="5"/>
          </p:nvPr>
        </p:nvSpPr>
        <p:spPr>
          <a:xfrm>
            <a:off x="10668000" y="5943600"/>
            <a:ext cx="857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00"/>
            </a:lvl1pPr>
          </a:lstStyle>
          <a:p>
            <a:fld id="{813D8B0B-CD8B-4AFE-8D87-AE53BC4C1C22}" type="slidenum">
              <a:rPr lang="en-US" sz="9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2K 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-text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00050"/>
            <a:ext cx="1123950" cy="381000"/>
          </a:xfrm>
          <a:prstGeom prst="rect">
            <a:avLst/>
          </a:prstGeom>
        </p:spPr>
      </p:pic>
      <p:sp>
        <p:nvSpPr>
          <p:cNvPr id="3" name="image-text-layout-code Layout"/>
          <p:cNvSpPr txBox="1"/>
          <p:nvPr/>
        </p:nvSpPr>
        <p:spPr>
          <a:xfrm>
            <a:off x="10158077" y="577691"/>
            <a:ext cx="137193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spc="165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IMAGE / STORY 06</a:t>
            </a:r>
          </a:p>
        </p:txBody>
      </p:sp>
      <p:sp>
        <p:nvSpPr>
          <p:cNvPr id="4" name="image-text-picture-back Layout"/>
          <p:cNvSpPr/>
          <p:nvPr/>
        </p:nvSpPr>
        <p:spPr>
          <a:xfrm>
            <a:off x="666750" y="2076450"/>
            <a:ext cx="5905500" cy="3429000"/>
          </a:xfrm>
          <a:prstGeom prst="roundRect">
            <a:avLst>
              <a:gd name="adj" fmla="val 7778"/>
            </a:avLst>
          </a:prstGeom>
          <a:solidFill>
            <a:srgbClr val="0D1328"/>
          </a:solidFill>
          <a:ln w="20955">
            <a:gradFill>
              <a:gsLst>
                <a:gs pos="0">
                  <a:srgbClr val="62F2FF"/>
                </a:gs>
                <a:gs pos="46000">
                  <a:srgbClr val="DFFBFF"/>
                </a:gs>
                <a:gs pos="72000">
                  <a:srgbClr val="9B71FF"/>
                </a:gs>
                <a:gs pos="100000">
                  <a:srgbClr val="FF7DE1"/>
                </a:gs>
              </a:gsLst>
              <a:lin ang="2700000" scaled="1"/>
            </a:gradFill>
          </a:ln>
        </p:spPr>
      </p:sp>
      <p:sp>
        <p:nvSpPr>
          <p:cNvPr id="5" name="image-text-picture-inner Layout"/>
          <p:cNvSpPr/>
          <p:nvPr/>
        </p:nvSpPr>
        <p:spPr>
          <a:xfrm>
            <a:off x="800100" y="2209800"/>
            <a:ext cx="5638800" cy="3162300"/>
          </a:xfrm>
          <a:prstGeom prst="roundRect">
            <a:avLst>
              <a:gd name="adj" fmla="val 6024"/>
            </a:avLst>
          </a:prstGeom>
          <a:solidFill>
            <a:srgbClr val="10152B"/>
          </a:solidFill>
          <a:ln w="9525">
            <a:solidFill>
              <a:srgbClr val="DFFBFF">
                <a:alpha val="16000"/>
              </a:srgbClr>
            </a:solidFill>
          </a:ln>
        </p:spPr>
      </p:sp>
      <p:sp>
        <p:nvSpPr>
          <p:cNvPr id="6" name="image-text-copy-panel Layout"/>
          <p:cNvSpPr/>
          <p:nvPr/>
        </p:nvSpPr>
        <p:spPr>
          <a:xfrm>
            <a:off x="6896100" y="2076450"/>
            <a:ext cx="4629150" cy="342900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DFFBFF">
                  <a:alpha val="12000"/>
                </a:srgbClr>
              </a:gs>
              <a:gs pos="24000">
                <a:srgbClr val="10152B">
                  <a:alpha val="94000"/>
                </a:srgbClr>
              </a:gs>
              <a:gs pos="100000">
                <a:srgbClr val="9B71FF">
                  <a:alpha val="10000"/>
                </a:srgbClr>
              </a:gs>
            </a:gsLst>
            <a:lin ang="2700000" scaled="1"/>
          </a:gradFill>
          <a:ln w="11430">
            <a:solidFill>
              <a:srgbClr val="DFFBFF">
                <a:alpha val="28000"/>
              </a:srgbClr>
            </a:solidFill>
          </a:ln>
        </p:spPr>
      </p:sp>
      <p:sp>
        <p:nvSpPr>
          <p:cNvPr id="7" name="image-text-node-a Layout"/>
          <p:cNvSpPr/>
          <p:nvPr/>
        </p:nvSpPr>
        <p:spPr>
          <a:xfrm>
            <a:off x="7115175" y="2295525"/>
            <a:ext cx="95250" cy="95250"/>
          </a:xfrm>
          <a:prstGeom prst="ellipse">
            <a:avLst/>
          </a:prstGeom>
          <a:solidFill>
            <a:srgbClr val="62F2FF"/>
          </a:solidFill>
          <a:ln>
            <a:noFill/>
          </a:ln>
        </p:spPr>
      </p:sp>
      <p:sp>
        <p:nvSpPr>
          <p:cNvPr id="8" name="image-text-node-b Layout"/>
          <p:cNvSpPr/>
          <p:nvPr/>
        </p:nvSpPr>
        <p:spPr>
          <a:xfrm>
            <a:off x="7305675" y="2295525"/>
            <a:ext cx="95250" cy="95250"/>
          </a:xfrm>
          <a:prstGeom prst="ellipse">
            <a:avLst/>
          </a:prstGeom>
          <a:solidFill>
            <a:srgbClr val="9B71FF"/>
          </a:solidFill>
          <a:ln>
            <a:noFill/>
          </a:ln>
        </p:spPr>
      </p:sp>
      <p:sp>
        <p:nvSpPr>
          <p:cNvPr id="9" name="image-text-node-c Layout"/>
          <p:cNvSpPr/>
          <p:nvPr/>
        </p:nvSpPr>
        <p:spPr>
          <a:xfrm>
            <a:off x="7496175" y="2295525"/>
            <a:ext cx="95250" cy="95250"/>
          </a:xfrm>
          <a:prstGeom prst="ellipse">
            <a:avLst/>
          </a:prstGeom>
          <a:solidFill>
            <a:srgbClr val="EA5756"/>
          </a:solidFill>
          <a:ln>
            <a:noFill/>
          </a:ln>
        </p:spPr>
      </p:sp>
      <p:sp>
        <p:nvSpPr>
          <p:cNvPr id="10" name="image-text-corner-grid Layout"/>
          <p:cNvSpPr/>
          <p:nvPr/>
        </p:nvSpPr>
        <p:spPr>
          <a:xfrm>
            <a:off x="10477500" y="4552950"/>
            <a:ext cx="666750" cy="838200"/>
          </a:xfrm>
          <a:custGeom>
            <a:avLst/>
            <a:gdLst/>
            <a:ahLst/>
            <a:cxnLst/>
            <a:rect l="l" t="t" r="r" b="b"/>
            <a:pathLst>
              <a:path w="666750" h="838200">
                <a:moveTo>
                  <a:pt x="0" y="190500"/>
                </a:moveTo>
                <a:lnTo>
                  <a:pt x="666750" y="190500"/>
                </a:lnTo>
                <a:moveTo>
                  <a:pt x="0" y="457200"/>
                </a:moveTo>
                <a:lnTo>
                  <a:pt x="666750" y="457200"/>
                </a:lnTo>
                <a:moveTo>
                  <a:pt x="0" y="723900"/>
                </a:moveTo>
                <a:lnTo>
                  <a:pt x="666750" y="723900"/>
                </a:lnTo>
                <a:moveTo>
                  <a:pt x="190500" y="0"/>
                </a:moveTo>
                <a:lnTo>
                  <a:pt x="190500" y="838200"/>
                </a:lnTo>
                <a:moveTo>
                  <a:pt x="457200" y="0"/>
                </a:moveTo>
                <a:lnTo>
                  <a:pt x="457200" y="838200"/>
                </a:lnTo>
              </a:path>
            </a:pathLst>
          </a:custGeom>
          <a:noFill/>
          <a:ln w="9525">
            <a:solidFill>
              <a:srgbClr val="9B71FF">
                <a:alpha val="16000"/>
              </a:srgbClr>
            </a:solidFill>
          </a:ln>
        </p:spPr>
      </p:sp>
      <p:sp>
        <p:nvSpPr>
          <p:cNvPr id="11" name="image-text-page-title-slot Placeholder"/>
          <p:cNvSpPr>
            <a:spLocks noGrp="1"/>
          </p:cNvSpPr>
          <p:nvPr>
            <p:ph type="title"/>
          </p:nvPr>
        </p:nvSpPr>
        <p:spPr>
          <a:xfrm>
            <a:off x="666750" y="1066800"/>
            <a:ext cx="99060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2" name="image-text-picture-slot Placeholder"/>
          <p:cNvSpPr>
            <a:spLocks noGrp="1"/>
          </p:cNvSpPr>
          <p:nvPr>
            <p:ph type="pic" idx="1"/>
          </p:nvPr>
        </p:nvSpPr>
        <p:spPr>
          <a:xfrm>
            <a:off x="800100" y="2209800"/>
            <a:ext cx="5638800" cy="3162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Click to add picture</a:t>
            </a:r>
            <a:endParaRPr lang="en-US"/>
          </a:p>
        </p:txBody>
      </p:sp>
      <p:sp>
        <p:nvSpPr>
          <p:cNvPr id="13" name="image-text-text-title-slot Placeholder"/>
          <p:cNvSpPr>
            <a:spLocks noGrp="1"/>
          </p:cNvSpPr>
          <p:nvPr>
            <p:ph type="body" idx="2"/>
          </p:nvPr>
        </p:nvSpPr>
        <p:spPr>
          <a:xfrm>
            <a:off x="7315200" y="2724150"/>
            <a:ext cx="3638550" cy="628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2100"/>
            </a:lvl1pPr>
          </a:lstStyle>
          <a:p>
            <a:pPr marL="0" indent="0">
              <a:buNone/>
            </a:pPr>
            <a:r>
              <a:rPr lang="en-US" sz="21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image-text-text-body-slot Placeholder"/>
          <p:cNvSpPr>
            <a:spLocks noGrp="1"/>
          </p:cNvSpPr>
          <p:nvPr>
            <p:ph type="body" idx="3"/>
          </p:nvPr>
        </p:nvSpPr>
        <p:spPr>
          <a:xfrm>
            <a:off x="7315200" y="3562350"/>
            <a:ext cx="3638550" cy="1181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50"/>
            </a:lvl1pPr>
          </a:lstStyle>
          <a:p>
            <a:pPr marL="0" indent="0">
              <a:buNone/>
            </a:pPr>
            <a:r>
              <a:rPr lang="en-US" sz="135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image-text-page-slot Placeholder"/>
          <p:cNvSpPr>
            <a:spLocks noGrp="1"/>
          </p:cNvSpPr>
          <p:nvPr>
            <p:ph type="sldNum" idx="4"/>
          </p:nvPr>
        </p:nvSpPr>
        <p:spPr>
          <a:xfrm>
            <a:off x="10668000" y="5943600"/>
            <a:ext cx="857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00"/>
            </a:lvl1pPr>
          </a:lstStyle>
          <a:p>
            <a:fld id="{5874635D-928B-4C08-8A7E-72FD37887947}" type="slidenum">
              <a:rPr lang="en-US" sz="9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2K Data K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pi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00050"/>
            <a:ext cx="1123950" cy="381000"/>
          </a:xfrm>
          <a:prstGeom prst="rect">
            <a:avLst/>
          </a:prstGeom>
        </p:spPr>
      </p:pic>
      <p:sp>
        <p:nvSpPr>
          <p:cNvPr id="3" name="kpi-layout-code Layout"/>
          <p:cNvSpPr txBox="1"/>
          <p:nvPr/>
        </p:nvSpPr>
        <p:spPr>
          <a:xfrm>
            <a:off x="10207363" y="577691"/>
            <a:ext cx="132264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spc="165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DATA / SIGNAL 07</a:t>
            </a:r>
          </a:p>
        </p:txBody>
      </p:sp>
      <p:pic>
        <p:nvPicPr>
          <p:cNvPr id="4" name="kpi-metal-sphere Layout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9010650" y="323850"/>
            <a:ext cx="2476500" cy="2476500"/>
          </a:xfrm>
          <a:prstGeom prst="rect">
            <a:avLst/>
          </a:prstGeom>
        </p:spPr>
      </p:pic>
      <p:sp>
        <p:nvSpPr>
          <p:cNvPr id="5" name="kpi-card-1 Layout"/>
          <p:cNvSpPr/>
          <p:nvPr/>
        </p:nvSpPr>
        <p:spPr>
          <a:xfrm>
            <a:off x="666750" y="2000250"/>
            <a:ext cx="3333750" cy="1428750"/>
          </a:xfrm>
          <a:prstGeom prst="roundRect">
            <a:avLst>
              <a:gd name="adj" fmla="val 16000"/>
            </a:avLst>
          </a:prstGeom>
          <a:solidFill>
            <a:srgbClr val="10152B"/>
          </a:solidFill>
          <a:ln w="11430">
            <a:solidFill>
              <a:srgbClr val="DFFBFF">
                <a:alpha val="28000"/>
              </a:srgbClr>
            </a:solidFill>
          </a:ln>
        </p:spPr>
      </p:sp>
      <p:sp>
        <p:nvSpPr>
          <p:cNvPr id="6" name="kpi-card-2 Layout"/>
          <p:cNvSpPr/>
          <p:nvPr/>
        </p:nvSpPr>
        <p:spPr>
          <a:xfrm>
            <a:off x="4286250" y="2000250"/>
            <a:ext cx="3333750" cy="1428750"/>
          </a:xfrm>
          <a:prstGeom prst="roundRect">
            <a:avLst>
              <a:gd name="adj" fmla="val 16000"/>
            </a:avLst>
          </a:prstGeom>
          <a:solidFill>
            <a:srgbClr val="10152B"/>
          </a:solidFill>
          <a:ln w="11430">
            <a:solidFill>
              <a:srgbClr val="9B71FF">
                <a:alpha val="38000"/>
              </a:srgbClr>
            </a:solidFill>
          </a:ln>
        </p:spPr>
      </p:sp>
      <p:sp>
        <p:nvSpPr>
          <p:cNvPr id="7" name="kpi-card-3 Layout"/>
          <p:cNvSpPr/>
          <p:nvPr/>
        </p:nvSpPr>
        <p:spPr>
          <a:xfrm>
            <a:off x="7905750" y="2000250"/>
            <a:ext cx="3619500" cy="1428750"/>
          </a:xfrm>
          <a:prstGeom prst="roundRect">
            <a:avLst>
              <a:gd name="adj" fmla="val 16000"/>
            </a:avLst>
          </a:prstGeom>
          <a:solidFill>
            <a:srgbClr val="10152B"/>
          </a:solidFill>
          <a:ln w="11430">
            <a:solidFill>
              <a:srgbClr val="EA5756">
                <a:alpha val="38000"/>
              </a:srgbClr>
            </a:solidFill>
          </a:ln>
        </p:spPr>
      </p:sp>
      <p:sp>
        <p:nvSpPr>
          <p:cNvPr id="8" name="kpi-label-1 Layout"/>
          <p:cNvSpPr txBox="1"/>
          <p:nvPr/>
        </p:nvSpPr>
        <p:spPr>
          <a:xfrm>
            <a:off x="928688" y="2254091"/>
            <a:ext cx="15038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75809D"/>
                </a:solidFill>
                <a:latin typeface="Arial"/>
                <a:ea typeface="Arial"/>
                <a:cs typeface="Arial"/>
              </a:rPr>
              <a:t>WORKFLOW ADOPTION</a:t>
            </a:r>
          </a:p>
        </p:txBody>
      </p:sp>
      <p:sp>
        <p:nvSpPr>
          <p:cNvPr id="9" name="kpi-label-2 Layout"/>
          <p:cNvSpPr txBox="1"/>
          <p:nvPr/>
        </p:nvSpPr>
        <p:spPr>
          <a:xfrm>
            <a:off x="4548188" y="2254091"/>
            <a:ext cx="13769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75809D"/>
                </a:solidFill>
                <a:latin typeface="Arial"/>
                <a:ea typeface="Arial"/>
                <a:cs typeface="Arial"/>
              </a:rPr>
              <a:t>CONNECTED MODELS</a:t>
            </a:r>
          </a:p>
        </p:txBody>
      </p:sp>
      <p:sp>
        <p:nvSpPr>
          <p:cNvPr id="10" name="kpi-label-3 Layout"/>
          <p:cNvSpPr txBox="1"/>
          <p:nvPr/>
        </p:nvSpPr>
        <p:spPr>
          <a:xfrm>
            <a:off x="8167688" y="2254091"/>
            <a:ext cx="1039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75809D"/>
                </a:solidFill>
                <a:latin typeface="Arial"/>
                <a:ea typeface="Arial"/>
                <a:cs typeface="Arial"/>
              </a:rPr>
              <a:t>TIME TO VALUE</a:t>
            </a:r>
          </a:p>
        </p:txBody>
      </p:sp>
      <p:sp>
        <p:nvSpPr>
          <p:cNvPr id="11" name="kpi-chart-panel Layout"/>
          <p:cNvSpPr/>
          <p:nvPr/>
        </p:nvSpPr>
        <p:spPr>
          <a:xfrm>
            <a:off x="666750" y="3714750"/>
            <a:ext cx="7239000" cy="1962150"/>
          </a:xfrm>
          <a:prstGeom prst="roundRect">
            <a:avLst>
              <a:gd name="adj" fmla="val 11650"/>
            </a:avLst>
          </a:prstGeom>
          <a:solidFill>
            <a:srgbClr val="0D1328"/>
          </a:solidFill>
          <a:ln w="11430">
            <a:solidFill>
              <a:srgbClr val="283153"/>
            </a:solidFill>
          </a:ln>
        </p:spPr>
      </p:sp>
      <p:sp>
        <p:nvSpPr>
          <p:cNvPr id="12" name="kpi-takeaway-panel Layout"/>
          <p:cNvSpPr/>
          <p:nvPr/>
        </p:nvSpPr>
        <p:spPr>
          <a:xfrm>
            <a:off x="8191500" y="3714750"/>
            <a:ext cx="3333750" cy="1962150"/>
          </a:xfrm>
          <a:prstGeom prst="roundRect">
            <a:avLst>
              <a:gd name="adj" fmla="val 11650"/>
            </a:avLst>
          </a:prstGeom>
          <a:solidFill>
            <a:srgbClr val="10152B"/>
          </a:solidFill>
          <a:ln w="11430">
            <a:solidFill>
              <a:srgbClr val="DFFBFF">
                <a:alpha val="24000"/>
              </a:srgbClr>
            </a:solidFill>
          </a:ln>
        </p:spPr>
      </p:sp>
      <p:sp>
        <p:nvSpPr>
          <p:cNvPr id="13" name="kpi-chart-caption Layout"/>
          <p:cNvSpPr txBox="1"/>
          <p:nvPr/>
        </p:nvSpPr>
        <p:spPr>
          <a:xfrm>
            <a:off x="928688" y="3968591"/>
            <a:ext cx="22873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75809D"/>
                </a:solidFill>
                <a:latin typeface="Arial"/>
                <a:ea typeface="Arial"/>
                <a:cs typeface="Arial"/>
              </a:rPr>
              <a:t>MONTHLY INTELLIGENCE ACTIVITY</a:t>
            </a:r>
          </a:p>
        </p:txBody>
      </p:sp>
      <p:sp>
        <p:nvSpPr>
          <p:cNvPr id="14" name="kpi-takeaway-label Layout"/>
          <p:cNvSpPr txBox="1"/>
          <p:nvPr/>
        </p:nvSpPr>
        <p:spPr>
          <a:xfrm>
            <a:off x="8472488" y="3968591"/>
            <a:ext cx="165413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spc="112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SIGNAL / KEY TAKEAWAY</a:t>
            </a:r>
          </a:p>
        </p:txBody>
      </p:sp>
      <p:sp>
        <p:nvSpPr>
          <p:cNvPr id="15" name="kpi-page-title-slot Placeholder"/>
          <p:cNvSpPr>
            <a:spLocks noGrp="1"/>
          </p:cNvSpPr>
          <p:nvPr>
            <p:ph type="title"/>
          </p:nvPr>
        </p:nvSpPr>
        <p:spPr>
          <a:xfrm>
            <a:off x="666750" y="1066800"/>
            <a:ext cx="85725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000"/>
            </a:lvl1pPr>
          </a:lstStyle>
          <a:p>
            <a:r>
              <a:rPr lang="en-US" sz="30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6" name="kpi-value-1-slot Placeholder"/>
          <p:cNvSpPr>
            <a:spLocks noGrp="1"/>
          </p:cNvSpPr>
          <p:nvPr>
            <p:ph type="body" idx="1"/>
          </p:nvPr>
        </p:nvSpPr>
        <p:spPr>
          <a:xfrm>
            <a:off x="933450" y="2476500"/>
            <a:ext cx="257175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4350"/>
            </a:lvl1pPr>
          </a:lstStyle>
          <a:p>
            <a:pPr marL="0" indent="0">
              <a:buNone/>
            </a:pPr>
            <a:r>
              <a:rPr lang="en-US" sz="4350" b="1" dirty="0">
                <a:gradFill>
                  <a:gsLst>
                    <a:gs pos="0">
                      <a:srgbClr val="FFFFFF"/>
                    </a:gs>
                    <a:gs pos="20000">
                      <a:srgbClr val="8991A0"/>
                    </a:gs>
                    <a:gs pos="38000">
                      <a:srgbClr val="F9FBFF"/>
                    </a:gs>
                    <a:gs pos="57999">
                      <a:srgbClr val="5A6479"/>
                    </a:gs>
                    <a:gs pos="78000">
                      <a:srgbClr val="DFFBFF"/>
                    </a:gs>
                    <a:gs pos="100000">
                      <a:srgbClr val="9B71FF"/>
                    </a:gs>
                  </a:gsLst>
                  <a:lin ang="2700000" scaled="1"/>
                </a:gradFill>
                <a:latin typeface="Arial Black"/>
                <a:ea typeface="Arial Black"/>
                <a:cs typeface="Arial Black"/>
              </a:rPr>
              <a:t>Click to add text</a:t>
            </a:r>
            <a:endParaRPr lang="en-US"/>
          </a:p>
        </p:txBody>
      </p:sp>
      <p:sp>
        <p:nvSpPr>
          <p:cNvPr id="17" name="kpi-value-2-slot Placeholder"/>
          <p:cNvSpPr>
            <a:spLocks noGrp="1"/>
          </p:cNvSpPr>
          <p:nvPr>
            <p:ph type="body" idx="2"/>
          </p:nvPr>
        </p:nvSpPr>
        <p:spPr>
          <a:xfrm>
            <a:off x="4552950" y="2476500"/>
            <a:ext cx="257175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4350"/>
            </a:lvl1pPr>
          </a:lstStyle>
          <a:p>
            <a:pPr marL="0" indent="0">
              <a:buNone/>
            </a:pPr>
            <a:r>
              <a:rPr lang="en-US" sz="4350" b="1" dirty="0">
                <a:solidFill>
                  <a:srgbClr val="9B71FF"/>
                </a:solidFill>
                <a:latin typeface="Arial Black"/>
                <a:ea typeface="Arial Black"/>
                <a:cs typeface="Arial Black"/>
              </a:rPr>
              <a:t>Click to add text</a:t>
            </a:r>
            <a:endParaRPr lang="en-US"/>
          </a:p>
        </p:txBody>
      </p:sp>
      <p:sp>
        <p:nvSpPr>
          <p:cNvPr id="18" name="kpi-value-3-slot Placeholder"/>
          <p:cNvSpPr>
            <a:spLocks noGrp="1"/>
          </p:cNvSpPr>
          <p:nvPr>
            <p:ph type="body" idx="3"/>
          </p:nvPr>
        </p:nvSpPr>
        <p:spPr>
          <a:xfrm>
            <a:off x="8172450" y="2476500"/>
            <a:ext cx="28575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4350"/>
            </a:lvl1pPr>
          </a:lstStyle>
          <a:p>
            <a:pPr marL="0" indent="0">
              <a:buNone/>
            </a:pPr>
            <a:r>
              <a:rPr lang="en-US" sz="4350" b="1" dirty="0">
                <a:solidFill>
                  <a:srgbClr val="EA5756"/>
                </a:solidFill>
                <a:latin typeface="Arial Black"/>
                <a:ea typeface="Arial Black"/>
                <a:cs typeface="Arial Black"/>
              </a:rPr>
              <a:t>Click to add text</a:t>
            </a:r>
            <a:endParaRPr lang="en-US"/>
          </a:p>
        </p:txBody>
      </p:sp>
      <p:sp>
        <p:nvSpPr>
          <p:cNvPr id="19" name="kpi-chart-slot Placeholder"/>
          <p:cNvSpPr>
            <a:spLocks noGrp="1"/>
          </p:cNvSpPr>
          <p:nvPr>
            <p:ph type="obj" idx="4"/>
          </p:nvPr>
        </p:nvSpPr>
        <p:spPr>
          <a:xfrm>
            <a:off x="933450" y="4267200"/>
            <a:ext cx="67056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Click to add content</a:t>
            </a:r>
            <a:endParaRPr lang="en-US"/>
          </a:p>
        </p:txBody>
      </p:sp>
      <p:sp>
        <p:nvSpPr>
          <p:cNvPr id="20" name="kpi-takeaway-slot Placeholder"/>
          <p:cNvSpPr>
            <a:spLocks noGrp="1"/>
          </p:cNvSpPr>
          <p:nvPr>
            <p:ph type="body" idx="5"/>
          </p:nvPr>
        </p:nvSpPr>
        <p:spPr>
          <a:xfrm>
            <a:off x="8477250" y="4343400"/>
            <a:ext cx="2667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420"/>
            </a:lvl1pPr>
          </a:lstStyle>
          <a:p>
            <a:pPr marL="0" indent="0">
              <a:buNone/>
            </a:pPr>
            <a:r>
              <a:rPr lang="en-US" sz="142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kpi-page-slot Placeholder"/>
          <p:cNvSpPr>
            <a:spLocks noGrp="1"/>
          </p:cNvSpPr>
          <p:nvPr>
            <p:ph type="sldNum" idx="6"/>
          </p:nvPr>
        </p:nvSpPr>
        <p:spPr>
          <a:xfrm>
            <a:off x="10668000" y="5943600"/>
            <a:ext cx="8572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00"/>
            </a:lvl1pPr>
          </a:lstStyle>
          <a:p>
            <a:fld id="{6169AE59-1111-4C23-B162-5BC492BC1257}" type="slidenum">
              <a:rPr lang="en-US" sz="9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Cherry Y2K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ding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438150"/>
            <a:ext cx="1905000" cy="647700"/>
          </a:xfrm>
          <a:prstGeom prst="rect">
            <a:avLst/>
          </a:prstGeom>
        </p:spPr>
      </p:pic>
      <p:sp>
        <p:nvSpPr>
          <p:cNvPr id="3" name="ending-layout-code Layout"/>
          <p:cNvSpPr txBox="1"/>
          <p:nvPr/>
        </p:nvSpPr>
        <p:spPr>
          <a:xfrm>
            <a:off x="9884363" y="577691"/>
            <a:ext cx="164564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b="1" spc="165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CLOSE / CONTINUE 08</a:t>
            </a:r>
          </a:p>
        </p:txBody>
      </p:sp>
      <p:sp>
        <p:nvSpPr>
          <p:cNvPr id="4" name="ending-orbit-a Layout"/>
          <p:cNvSpPr/>
          <p:nvPr/>
        </p:nvSpPr>
        <p:spPr>
          <a:xfrm>
            <a:off x="514350" y="800100"/>
            <a:ext cx="4781550" cy="1257300"/>
          </a:xfrm>
          <a:custGeom>
            <a:avLst/>
            <a:gdLst/>
            <a:ahLst/>
            <a:cxnLst/>
            <a:rect l="l" t="t" r="r" b="b"/>
            <a:pathLst>
              <a:path w="4781550" h="1257300">
                <a:moveTo>
                  <a:pt x="0" y="952500"/>
                </a:moveTo>
                <a:cubicBezTo>
                  <a:pt x="1962150" y="0"/>
                  <a:pt x="3390900" y="323850"/>
                  <a:pt x="4781550" y="1257300"/>
                </a:cubicBezTo>
              </a:path>
            </a:pathLst>
          </a:custGeom>
          <a:noFill/>
          <a:ln w="13335">
            <a:solidFill>
              <a:srgbClr val="283153"/>
            </a:solidFill>
          </a:ln>
        </p:spPr>
      </p:sp>
      <p:sp>
        <p:nvSpPr>
          <p:cNvPr id="5" name="ending-orbit-b Layout"/>
          <p:cNvSpPr/>
          <p:nvPr/>
        </p:nvSpPr>
        <p:spPr>
          <a:xfrm>
            <a:off x="6953250" y="685800"/>
            <a:ext cx="4857750" cy="1657350"/>
          </a:xfrm>
          <a:custGeom>
            <a:avLst/>
            <a:gdLst/>
            <a:ahLst/>
            <a:cxnLst/>
            <a:rect l="l" t="t" r="r" b="b"/>
            <a:pathLst>
              <a:path w="4857750" h="1657350">
                <a:moveTo>
                  <a:pt x="0" y="838200"/>
                </a:moveTo>
                <a:cubicBezTo>
                  <a:pt x="1733550" y="0"/>
                  <a:pt x="3543300" y="361950"/>
                  <a:pt x="4857750" y="1657350"/>
                </a:cubicBezTo>
              </a:path>
            </a:pathLst>
          </a:custGeom>
          <a:noFill/>
          <a:ln w="13335">
            <a:solidFill>
              <a:srgbClr val="9B71FF">
                <a:alpha val="32000"/>
              </a:srgbClr>
            </a:solidFill>
          </a:ln>
        </p:spPr>
      </p:sp>
      <p:sp>
        <p:nvSpPr>
          <p:cNvPr id="6" name="ending-center-beam Layout"/>
          <p:cNvSpPr/>
          <p:nvPr/>
        </p:nvSpPr>
        <p:spPr>
          <a:xfrm>
            <a:off x="1905000" y="3981450"/>
            <a:ext cx="8382000" cy="19050"/>
          </a:xfrm>
          <a:prstGeom prst="rect">
            <a:avLst/>
          </a:prstGeom>
          <a:gradFill>
            <a:gsLst>
              <a:gs pos="0">
                <a:srgbClr val="62F2FF">
                  <a:alpha val="0"/>
                </a:srgbClr>
              </a:gs>
              <a:gs pos="34000">
                <a:srgbClr val="62F2FF">
                  <a:alpha val="76000"/>
                </a:srgbClr>
              </a:gs>
              <a:gs pos="66000">
                <a:srgbClr val="9B71FF">
                  <a:alpha val="64000"/>
                </a:srgbClr>
              </a:gs>
              <a:gs pos="100000">
                <a:srgbClr val="FF7DE1">
                  <a:alpha val="0"/>
                </a:srgbClr>
              </a:gs>
            </a:gsLst>
            <a:lin ang="0" scaled="1"/>
          </a:gradFill>
          <a:ln>
            <a:noFill/>
          </a:ln>
        </p:spPr>
      </p:sp>
      <p:pic>
        <p:nvPicPr>
          <p:cNvPr id="7" name="ending-metal-ribbon Layout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3238500" y="3771900"/>
            <a:ext cx="5715000" cy="2857500"/>
          </a:xfrm>
          <a:prstGeom prst="rect">
            <a:avLst/>
          </a:prstGeom>
        </p:spPr>
      </p:pic>
      <p:sp>
        <p:nvSpPr>
          <p:cNvPr id="8" name="ending-title-slot Placeholder"/>
          <p:cNvSpPr>
            <a:spLocks noGrp="1"/>
          </p:cNvSpPr>
          <p:nvPr>
            <p:ph type="title"/>
          </p:nvPr>
        </p:nvSpPr>
        <p:spPr>
          <a:xfrm>
            <a:off x="2095500" y="1809750"/>
            <a:ext cx="80010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5100"/>
            </a:lvl1pPr>
          </a:lstStyle>
          <a:p>
            <a:r>
              <a:rPr lang="en-US" sz="5100" b="1" spc="-75" dirty="0">
                <a:gradFill>
                  <a:gsLst>
                    <a:gs pos="0">
                      <a:srgbClr val="FFFFFF"/>
                    </a:gs>
                    <a:gs pos="38000">
                      <a:srgbClr val="DFFBFF"/>
                    </a:gs>
                    <a:gs pos="74000">
                      <a:srgbClr val="9B71FF"/>
                    </a:gs>
                    <a:gs pos="100000">
                      <a:srgbClr val="62F2FF"/>
                    </a:gs>
                  </a:gsLst>
                  <a:lin ang="2700000" scaled="1"/>
                </a:gra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ending-subtitle-slot Placeholder"/>
          <p:cNvSpPr>
            <a:spLocks noGrp="1"/>
          </p:cNvSpPr>
          <p:nvPr>
            <p:ph type="subTitle" idx="1"/>
          </p:nvPr>
        </p:nvSpPr>
        <p:spPr>
          <a:xfrm>
            <a:off x="2857500" y="2990850"/>
            <a:ext cx="64770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0" name="ending-contact-slot Placeholder"/>
          <p:cNvSpPr>
            <a:spLocks noGrp="1"/>
          </p:cNvSpPr>
          <p:nvPr>
            <p:ph type="ftr" idx="2"/>
          </p:nvPr>
        </p:nvSpPr>
        <p:spPr>
          <a:xfrm>
            <a:off x="3619500" y="594360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80"/>
            </a:lvl1pPr>
          </a:lstStyle>
          <a:p>
            <a:r>
              <a:rPr lang="en-US" sz="980" b="1" spc="112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  <Relationship Id="rId18" Type="http://schemas.openxmlformats.org/officeDocument/2006/relationships/slideLayout" Target="../slideLayouts/slideLayout17.xml"/>
  <Relationship Id="rId19" Type="http://schemas.openxmlformats.org/officeDocument/2006/relationships/slideLayout" Target="../slideLayouts/slideLayout18.xml"/>
  <Relationship Id="rId20" Type="http://schemas.openxmlformats.org/officeDocument/2006/relationships/slideLayout" Target="../slideLayouts/slideLayout19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herry Studio Y2K">
    <p:bg>
      <p:bgPr>
        <a:solidFill>
          <a:srgbClr val="070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2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2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2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4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420"/>
      </a:defPPr>
      <a:lvl1pPr marL="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61731eaa42a26a8f.png"/>
  <Relationship Id="rId3" Type="http://schemas.openxmlformats.org/officeDocument/2006/relationships/image" Target="../media/image_a139ba5901d39659.sv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a139ba5901d39659.svg"/>
  <Relationship Id="rId3" Type="http://schemas.openxmlformats.org/officeDocument/2006/relationships/image" Target="../media/image_6a85054d2e63bb75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4d77617a67fbef00.svg"/>
  <Relationship Id="rId3" Type="http://schemas.openxmlformats.org/officeDocument/2006/relationships/image" Target="../media/image_023f7cac2fb22f49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4d77617a67fbef00.sv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4d77617a67fbef00.sv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  <Relationship Id="rId2" Type="http://schemas.openxmlformats.org/officeDocument/2006/relationships/image" Target="../media/image_4d77617a67fbef00.svg"/>
  <Relationship Id="rId3" Type="http://schemas.openxmlformats.org/officeDocument/2006/relationships/image" Target="../media/image_6a85054d2e63bb75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8.xml"/>
  <Relationship Id="rId2" Type="http://schemas.openxmlformats.org/officeDocument/2006/relationships/image" Target="../media/image_4d77617a67fbef00.svg"/>
  <Relationship Id="rId3" Type="http://schemas.openxmlformats.org/officeDocument/2006/relationships/image" Target="../media/image_023f7cac2fb22f49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9.xml"/>
  <Relationship Id="rId2" Type="http://schemas.openxmlformats.org/officeDocument/2006/relationships/image" Target="../media/image_a139ba5901d39659.svg"/>
  <Relationship Id="rId3" Type="http://schemas.openxmlformats.org/officeDocument/2006/relationships/image" Target="../media/image_6a85054d2e63bb75.png"/>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title-slot Placeholder Carrier"/>
          <p:cNvSpPr txBox="1"/>
          <p:nvPr>
            <p:ph type="title"/>
          </p:nvPr>
        </p:nvSpPr>
        <p:spPr>
          <a:xfrm>
            <a:off x="647700" y="2102168"/>
            <a:ext cx="5602635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350" b="1" spc="-90" dirty="0">
                <a:gradFill>
                  <a:gsLst>
                    <a:gs pos="0">
                      <a:srgbClr val="FFFFFF"/>
                    </a:gs>
                    <a:gs pos="38000">
                      <a:srgbClr val="DFFBFF"/>
                    </a:gs>
                    <a:gs pos="72000">
                      <a:srgbClr val="9B71FF"/>
                    </a:gs>
                    <a:gs pos="100000">
                      <a:srgbClr val="62F2FF"/>
                    </a:gs>
                  </a:gsLst>
                  <a:lin ang="2700000" scaled="1"/>
                </a:gradFill>
                <a:latin typeface="Arial"/>
                <a:ea typeface="Arial"/>
                <a:cs typeface="Arial"/>
              </a:rPr>
              <a:t>Y2K DIGITAL FUTURE</a:t>
            </a:r>
          </a:p>
        </p:txBody>
      </p:sp>
      <p:sp>
        <p:nvSpPr>
          <p:cNvPr id="10" name="cover-subtitle-slot Placeholder Carrier"/>
          <p:cNvSpPr txBox="1"/>
          <p:nvPr>
            <p:ph type="subTitle" idx="1"/>
          </p:nvPr>
        </p:nvSpPr>
        <p:spPr>
          <a:xfrm>
            <a:off x="678180" y="3629025"/>
            <a:ext cx="3782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spc="38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Enterprise intelligence, reimagined.</a:t>
            </a:r>
          </a:p>
        </p:txBody>
      </p:sp>
      <p:sp>
        <p:nvSpPr>
          <p:cNvPr id="12" name="cover-author-slot Placeholder Carrier"/>
          <p:cNvSpPr txBox="1"/>
          <p:nvPr>
            <p:ph type="ftr" idx="2"/>
          </p:nvPr>
        </p:nvSpPr>
        <p:spPr>
          <a:xfrm>
            <a:off x="661035" y="5879306"/>
            <a:ext cx="13031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82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CHERRY STUDIO</a:t>
            </a:r>
          </a:p>
        </p:txBody>
      </p:sp>
      <p:sp>
        <p:nvSpPr>
          <p:cNvPr id="14" name="cover-date-slot Placeholder Carrier"/>
          <p:cNvSpPr txBox="1"/>
          <p:nvPr>
            <p:ph type="dt" idx="3"/>
          </p:nvPr>
        </p:nvSpPr>
        <p:spPr>
          <a:xfrm>
            <a:off x="10839288" y="6019324"/>
            <a:ext cx="6909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spc="9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2026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-number-slot Placeholder Carrier"/>
          <p:cNvSpPr txBox="1"/>
          <p:nvPr>
            <p:ph type="body" idx="1"/>
          </p:nvPr>
        </p:nvSpPr>
        <p:spPr>
          <a:xfrm>
            <a:off x="628650" y="2069782"/>
            <a:ext cx="3378123" cy="433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2650" b="1" spc="-1350" dirty="0">
                <a:ln w="19050">
                  <a:solidFill>
                    <a:srgbClr val="F8FDFF">
                      <a:alphaMod val="28000"/>
                    </a:srgbClr>
                  </a:solidFill>
                </a:ln>
                <a:gradFill>
                  <a:gsLst>
                    <a:gs pos="0">
                      <a:srgbClr val="FFFFFF"/>
                    </a:gs>
                    <a:gs pos="12000">
                      <a:srgbClr val="7F899E"/>
                    </a:gs>
                    <a:gs pos="25000">
                      <a:srgbClr val="F7FDFF"/>
                    </a:gs>
                    <a:gs pos="40000">
                      <a:srgbClr val="4D566B"/>
                    </a:gs>
                    <a:gs pos="55000">
                      <a:srgbClr val="FFFFFF"/>
                    </a:gs>
                    <a:gs pos="72000">
                      <a:srgbClr val="707B92"/>
                    </a:gs>
                    <a:gs pos="86000">
                      <a:srgbClr val="9B71FF"/>
                    </a:gs>
                    <a:gs pos="100000">
                      <a:srgbClr val="62F2FF"/>
                    </a:gs>
                  </a:gsLst>
                  <a:lin ang="2700000" scaled="1"/>
                </a:gra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2" name="chapter-title-slot Placeholder Carrier"/>
          <p:cNvSpPr txBox="1"/>
          <p:nvPr>
            <p:ph type="title"/>
          </p:nvPr>
        </p:nvSpPr>
        <p:spPr>
          <a:xfrm>
            <a:off x="5810250" y="2522220"/>
            <a:ext cx="473466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spc="-45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Intelligence Layer</a:t>
            </a:r>
          </a:p>
        </p:txBody>
      </p:sp>
      <p:sp>
        <p:nvSpPr>
          <p:cNvPr id="14" name="chapter-subtitle-slot Placeholder Carrier"/>
          <p:cNvSpPr txBox="1"/>
          <p:nvPr>
            <p:ph type="subTitle" idx="2"/>
          </p:nvPr>
        </p:nvSpPr>
        <p:spPr>
          <a:xfrm>
            <a:off x="5841111" y="3551396"/>
            <a:ext cx="441283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20" spc="22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From capable tools to connected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genda-item-1-slot Placeholder Carrier"/>
          <p:cNvSpPr txBox="1"/>
          <p:nvPr>
            <p:ph type="body" idx="1"/>
          </p:nvPr>
        </p:nvSpPr>
        <p:spPr>
          <a:xfrm>
            <a:off x="1552575" y="1454944"/>
            <a:ext cx="239453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Vision and Context</a:t>
            </a:r>
          </a:p>
        </p:txBody>
      </p:sp>
      <p:sp>
        <p:nvSpPr>
          <p:cNvPr id="21" name="agenda-item-2-slot Placeholder Carrier"/>
          <p:cNvSpPr txBox="1"/>
          <p:nvPr>
            <p:ph type="body" idx="2"/>
          </p:nvPr>
        </p:nvSpPr>
        <p:spPr>
          <a:xfrm>
            <a:off x="1552575" y="2331244"/>
            <a:ext cx="2818479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D8DEEF"/>
                </a:solidFill>
                <a:latin typeface="Arial"/>
                <a:ea typeface="Arial"/>
                <a:cs typeface="Arial"/>
              </a:rPr>
              <a:t>Product Architecture</a:t>
            </a:r>
          </a:p>
        </p:txBody>
      </p:sp>
      <p:sp>
        <p:nvSpPr>
          <p:cNvPr id="23" name="agenda-item-3-slot Placeholder Carrier"/>
          <p:cNvSpPr txBox="1"/>
          <p:nvPr>
            <p:ph type="body" idx="3"/>
          </p:nvPr>
        </p:nvSpPr>
        <p:spPr>
          <a:xfrm>
            <a:off x="1552575" y="3207544"/>
            <a:ext cx="2843546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D8DEEF"/>
                </a:solidFill>
                <a:latin typeface="Arial"/>
                <a:ea typeface="Arial"/>
                <a:cs typeface="Arial"/>
              </a:rPr>
              <a:t>Intelligent Experience</a:t>
            </a:r>
          </a:p>
        </p:txBody>
      </p:sp>
      <p:sp>
        <p:nvSpPr>
          <p:cNvPr id="25" name="agenda-item-4-slot Placeholder Carrier"/>
          <p:cNvSpPr txBox="1"/>
          <p:nvPr>
            <p:ph type="body" idx="4"/>
          </p:nvPr>
        </p:nvSpPr>
        <p:spPr>
          <a:xfrm>
            <a:off x="1552575" y="4083844"/>
            <a:ext cx="242235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D8DEEF"/>
                </a:solidFill>
                <a:latin typeface="Arial"/>
                <a:ea typeface="Arial"/>
                <a:cs typeface="Arial"/>
              </a:rPr>
              <a:t>Growth and Impact</a:t>
            </a:r>
          </a:p>
        </p:txBody>
      </p:sp>
      <p:sp>
        <p:nvSpPr>
          <p:cNvPr id="27" name="agenda-item-5-slot Placeholder Carrier"/>
          <p:cNvSpPr txBox="1"/>
          <p:nvPr>
            <p:ph type="body" idx="5"/>
          </p:nvPr>
        </p:nvSpPr>
        <p:spPr>
          <a:xfrm>
            <a:off x="1552575" y="4960144"/>
            <a:ext cx="2713710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D8DEEF"/>
                </a:solidFill>
                <a:latin typeface="Arial"/>
                <a:ea typeface="Arial"/>
                <a:cs typeface="Arial"/>
              </a:rPr>
              <a:t>Roadmap and Outlook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-section-slot Placeholder Carrier"/>
          <p:cNvSpPr txBox="1"/>
          <p:nvPr>
            <p:ph type="body" idx="1"/>
          </p:nvPr>
        </p:nvSpPr>
        <p:spPr>
          <a:xfrm>
            <a:off x="661988" y="1064895"/>
            <a:ext cx="19006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900" b="1" spc="180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PRODUCT INTELLIGENCE</a:t>
            </a:r>
          </a:p>
        </p:txBody>
      </p:sp>
      <p:sp>
        <p:nvSpPr>
          <p:cNvPr id="9" name="content-title-slot Placeholder Carrier"/>
          <p:cNvSpPr txBox="1"/>
          <p:nvPr>
            <p:ph type="title"/>
          </p:nvPr>
        </p:nvSpPr>
        <p:spPr>
          <a:xfrm>
            <a:off x="651510" y="1352550"/>
            <a:ext cx="810130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One workspace, connected intelligence</a:t>
            </a:r>
          </a:p>
        </p:txBody>
      </p:sp>
      <p:grpSp>
        <p:nvGrpSpPr>
          <p:cNvPr id="30" name="content-area-slot Proxy Content"/>
          <p:cNvGrpSpPr/>
          <p:nvPr/>
        </p:nvGrpSpPr>
        <p:grpSpPr>
          <a:xfrm>
            <a:off x="914400" y="2209800"/>
            <a:ext cx="10363200" cy="3143250"/>
            <a:chOff x="914400" y="2209800"/>
            <a:chExt cx="10363200" cy="3143250"/>
          </a:xfrm>
        </p:grpSpPr>
        <p:sp>
          <p:nvSpPr>
            <p:cNvPr id="11" name="Rectangle 11"/>
            <p:cNvSpPr/>
            <p:nvPr/>
          </p:nvSpPr>
          <p:spPr>
            <a:xfrm>
              <a:off x="914400" y="2209800"/>
              <a:ext cx="3105150" cy="1981200"/>
            </a:xfrm>
            <a:prstGeom prst="roundRect">
              <a:avLst>
                <a:gd name="adj" fmla="val 9615"/>
              </a:avLst>
            </a:prstGeom>
            <a:solidFill>
              <a:srgbClr val="11182F"/>
            </a:solidFill>
            <a:ln w="9525">
              <a:solidFill>
                <a:srgbClr val="62F2FF">
                  <a:alpha val="34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6147" y="2523649"/>
              <a:ext cx="11150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20" dirty="0">
                  <a:solidFill>
                    <a:srgbClr val="62F2FF"/>
                  </a:solidFill>
                  <a:latin typeface="Arial"/>
                  <a:ea typeface="Arial"/>
                  <a:cs typeface="Arial"/>
                </a:rPr>
                <a:t>01 / CONNECT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1575" y="2902744"/>
              <a:ext cx="353938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F4F7FF"/>
                  </a:solidFill>
                  <a:latin typeface="Arial"/>
                  <a:ea typeface="Arial"/>
                  <a:cs typeface="Arial"/>
                </a:rPr>
                <a:t>Bring every model together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5004" y="3356610"/>
              <a:ext cx="2481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4D0"/>
                  </a:solidFill>
                  <a:latin typeface="Arial"/>
                  <a:ea typeface="Arial"/>
                  <a:cs typeface="Arial"/>
                </a:rPr>
                <a:t>One interface for tools, files,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5004" y="360426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4D0"/>
                  </a:solidFill>
                  <a:latin typeface="Arial"/>
                  <a:ea typeface="Arial"/>
                  <a:cs typeface="Arial"/>
                </a:rPr>
                <a:t>knowledge, and conversations.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248150" y="2209800"/>
              <a:ext cx="3105150" cy="1981200"/>
            </a:xfrm>
            <a:prstGeom prst="roundRect">
              <a:avLst>
                <a:gd name="adj" fmla="val 9615"/>
              </a:avLst>
            </a:prstGeom>
            <a:solidFill>
              <a:srgbClr val="11182F"/>
            </a:solidFill>
            <a:ln w="9525">
              <a:solidFill>
                <a:srgbClr val="9B71FF">
                  <a:alpha val="38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09897" y="2523649"/>
              <a:ext cx="15036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20" dirty="0">
                  <a:solidFill>
                    <a:srgbClr val="9B71FF"/>
                  </a:solidFill>
                  <a:latin typeface="Arial"/>
                  <a:ea typeface="Arial"/>
                  <a:cs typeface="Arial"/>
                </a:rPr>
                <a:t>02 / ORCHESTRATE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5325" y="2902744"/>
              <a:ext cx="31017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F4F7FF"/>
                  </a:solidFill>
                  <a:latin typeface="Arial"/>
                  <a:ea typeface="Arial"/>
                  <a:cs typeface="Arial"/>
                </a:rPr>
                <a:t>Design repeatable flows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8754" y="3356610"/>
              <a:ext cx="2432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4D0"/>
                  </a:solidFill>
                  <a:latin typeface="Arial"/>
                  <a:ea typeface="Arial"/>
                  <a:cs typeface="Arial"/>
                </a:rPr>
                <a:t>Turn complex tasks into clear,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08754" y="36042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4D0"/>
                  </a:solidFill>
                  <a:latin typeface="Arial"/>
                  <a:ea typeface="Arial"/>
                  <a:cs typeface="Arial"/>
                </a:rPr>
                <a:t>reusable intelligent workflows.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81900" y="2209800"/>
              <a:ext cx="3695700" cy="1981200"/>
            </a:xfrm>
            <a:prstGeom prst="roundRect">
              <a:avLst>
                <a:gd name="adj" fmla="val 9615"/>
              </a:avLst>
            </a:prstGeom>
            <a:solidFill>
              <a:srgbClr val="11182F"/>
            </a:solidFill>
            <a:ln w="9525">
              <a:solidFill>
                <a:srgbClr val="EA5756">
                  <a:alpha val="36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3647" y="2523649"/>
              <a:ext cx="10495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20" dirty="0">
                  <a:solidFill>
                    <a:srgbClr val="EA5756"/>
                  </a:solidFill>
                  <a:latin typeface="Arial"/>
                  <a:ea typeface="Arial"/>
                  <a:cs typeface="Arial"/>
                </a:rPr>
                <a:t>03 / DELIVER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39075" y="2902744"/>
              <a:ext cx="330147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F4F7FF"/>
                  </a:solidFill>
                  <a:latin typeface="Arial"/>
                  <a:ea typeface="Arial"/>
                  <a:cs typeface="Arial"/>
                </a:rPr>
                <a:t>Move from idea to output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2504" y="3356610"/>
              <a:ext cx="237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4D0"/>
                  </a:solidFill>
                  <a:latin typeface="Arial"/>
                  <a:ea typeface="Arial"/>
                  <a:cs typeface="Arial"/>
                </a:rPr>
                <a:t>Keep context continuous from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2504" y="36042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4D0"/>
                  </a:solidFill>
                  <a:latin typeface="Arial"/>
                  <a:ea typeface="Arial"/>
                  <a:cs typeface="Arial"/>
                </a:rPr>
                <a:t>first prompt to final result.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14400" y="4419600"/>
              <a:ext cx="10363200" cy="933450"/>
            </a:xfrm>
            <a:prstGeom prst="roundRect">
              <a:avLst>
                <a:gd name="adj" fmla="val 18367"/>
              </a:avLst>
            </a:prstGeom>
            <a:solidFill>
              <a:srgbClr val="0D1328"/>
            </a:solidFill>
            <a:ln w="9525">
              <a:solidFill>
                <a:srgbClr val="28315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181100" y="4810125"/>
              <a:ext cx="152400" cy="152400"/>
            </a:xfrm>
            <a:prstGeom prst="ellipse">
              <a:avLst/>
            </a:prstGeom>
            <a:solidFill>
              <a:srgbClr val="62F2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98092" y="4673918"/>
              <a:ext cx="3626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4F7FF"/>
                  </a:solidFill>
                  <a:latin typeface="Arial"/>
                  <a:ea typeface="Arial"/>
                  <a:cs typeface="Arial"/>
                </a:rPr>
                <a:t>Shared context is the operating layer.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9235" y="4974431"/>
              <a:ext cx="5221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AB4D0"/>
                  </a:solidFill>
                  <a:latin typeface="Arial"/>
                  <a:ea typeface="Arial"/>
                  <a:cs typeface="Arial"/>
                </a:rPr>
                <a:t>Models change. Workflows evolve. Your knowledge remains connected.</a:t>
              </a:r>
            </a:p>
          </p:txBody>
        </p:sp>
      </p:grpSp>
      <p:sp>
        <p:nvSpPr>
          <p:cNvPr id="31" name="content-source-slot Placeholder Carrier"/>
          <p:cNvSpPr txBox="1"/>
          <p:nvPr>
            <p:ph type="ftr" idx="3"/>
          </p:nvPr>
        </p:nvSpPr>
        <p:spPr>
          <a:xfrm>
            <a:off x="661988" y="6035516"/>
            <a:ext cx="219753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5809D"/>
                </a:solidFill>
                <a:latin typeface="Arial"/>
                <a:ea typeface="Arial"/>
                <a:cs typeface="Arial"/>
              </a:rPr>
              <a:t>Source: Cherry Studio product overview</a:t>
            </a:r>
          </a:p>
        </p:txBody>
      </p:sp>
      <p:sp>
        <p:nvSpPr>
          <p:cNvPr id="33" name="content-page-slot Placeholder Carrier"/>
          <p:cNvSpPr txBox="1"/>
          <p:nvPr>
            <p:ph type="sldNum" idx="4"/>
          </p:nvPr>
        </p:nvSpPr>
        <p:spPr>
          <a:xfrm>
            <a:off x="11114608" y="602742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34" name="Placeholder Binding obj 2" hidden="1"/>
          <p:cNvSpPr>
            <a:spLocks noGrp="1"/>
          </p:cNvSpPr>
          <p:nvPr>
            <p:ph type="obj" idx="2"/>
          </p:nvPr>
        </p:nvSpPr>
        <p:spPr>
          <a:xfrm>
            <a:off x="914400" y="2209800"/>
            <a:ext cx="10363200" cy="3143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wo-col-title-slot Placeholder Carrier"/>
          <p:cNvSpPr txBox="1"/>
          <p:nvPr>
            <p:ph type="title"/>
          </p:nvPr>
        </p:nvSpPr>
        <p:spPr>
          <a:xfrm>
            <a:off x="651510" y="1257300"/>
            <a:ext cx="799553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From isolated tools to connected work</a:t>
            </a:r>
          </a:p>
        </p:txBody>
      </p:sp>
      <p:sp>
        <p:nvSpPr>
          <p:cNvPr id="14" name="two-col-left-title-slot Placeholder Carrier"/>
          <p:cNvSpPr txBox="1"/>
          <p:nvPr>
            <p:ph type="body" idx="1"/>
          </p:nvPr>
        </p:nvSpPr>
        <p:spPr>
          <a:xfrm>
            <a:off x="1057275" y="2521744"/>
            <a:ext cx="300911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62F2FF"/>
                </a:solidFill>
                <a:latin typeface="Arial"/>
                <a:ea typeface="Arial"/>
                <a:cs typeface="Arial"/>
              </a:rPr>
              <a:t>Fragmented experience</a:t>
            </a:r>
          </a:p>
        </p:txBody>
      </p:sp>
      <p:sp>
        <p:nvSpPr>
          <p:cNvPr id="16" name="two-col-left-body-slot Placeholder Carrier"/>
          <p:cNvSpPr txBox="1"/>
          <p:nvPr>
            <p:ph type="body" idx="2"/>
          </p:nvPr>
        </p:nvSpPr>
        <p:spPr>
          <a:xfrm>
            <a:off x="1059942" y="3302318"/>
            <a:ext cx="38818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Context resets whenever the tool changes.</a:t>
            </a:r>
          </a:p>
        </p:txBody>
      </p:sp>
      <p:sp>
        <p:nvSpPr>
          <p:cNvPr id="18" name="two-col-right-title-slot Placeholder Carrier"/>
          <p:cNvSpPr txBox="1"/>
          <p:nvPr>
            <p:ph type="body" idx="3"/>
          </p:nvPr>
        </p:nvSpPr>
        <p:spPr>
          <a:xfrm>
            <a:off x="6772275" y="2521744"/>
            <a:ext cx="2981773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80" b="1" dirty="0">
                <a:solidFill>
                  <a:srgbClr val="9B71FF"/>
                </a:solidFill>
                <a:latin typeface="Arial"/>
                <a:ea typeface="Arial"/>
                <a:cs typeface="Arial"/>
              </a:rPr>
              <a:t>Continuous intelligence</a:t>
            </a:r>
          </a:p>
        </p:txBody>
      </p:sp>
      <p:sp>
        <p:nvSpPr>
          <p:cNvPr id="20" name="two-col-right-body-slot Placeholder Carrier"/>
          <p:cNvSpPr txBox="1"/>
          <p:nvPr>
            <p:ph type="body" idx="4"/>
          </p:nvPr>
        </p:nvSpPr>
        <p:spPr>
          <a:xfrm>
            <a:off x="6774942" y="3302318"/>
            <a:ext cx="4045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Knowledge follows every model and workflow.</a:t>
            </a:r>
          </a:p>
        </p:txBody>
      </p:sp>
      <p:sp>
        <p:nvSpPr>
          <p:cNvPr id="22" name="two-col-page-slot Placeholder Carrier"/>
          <p:cNvSpPr txBox="1"/>
          <p:nvPr>
            <p:ph type="sldNum" idx="5"/>
          </p:nvPr>
        </p:nvSpPr>
        <p:spPr>
          <a:xfrm>
            <a:off x="11114608" y="602742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mage-text-page-title-slot Placeholder Carrier"/>
          <p:cNvSpPr txBox="1"/>
          <p:nvPr>
            <p:ph type="title"/>
          </p:nvPr>
        </p:nvSpPr>
        <p:spPr>
          <a:xfrm>
            <a:off x="651510" y="1257300"/>
            <a:ext cx="763488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A visual language built for momentum</a:t>
            </a:r>
          </a:p>
        </p:txBody>
      </p:sp>
      <p:pic>
        <p:nvPicPr>
          <p:cNvPr id="13" name="image-text-picture-slot Placeholder Carrier"/>
          <p:cNvPicPr>
            <a:picLocks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800100" y="2381250"/>
            <a:ext cx="5638800" cy="2819400"/>
          </a:xfrm>
          <a:prstGeom prst="rect">
            <a:avLst/>
          </a:prstGeom>
        </p:spPr>
      </p:pic>
      <p:sp>
        <p:nvSpPr>
          <p:cNvPr id="15" name="image-text-text-title-slot Placeholder Carrier"/>
          <p:cNvSpPr txBox="1"/>
          <p:nvPr>
            <p:ph type="body" idx="2"/>
          </p:nvPr>
        </p:nvSpPr>
        <p:spPr>
          <a:xfrm>
            <a:off x="7304532" y="2973705"/>
            <a:ext cx="466207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21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Technology with a human rhythm</a:t>
            </a:r>
          </a:p>
        </p:txBody>
      </p:sp>
      <p:sp>
        <p:nvSpPr>
          <p:cNvPr id="17" name="image-text-text-body-slot Placeholder Carrier"/>
          <p:cNvSpPr txBox="1"/>
          <p:nvPr>
            <p:ph type="body" idx="3"/>
          </p:nvPr>
        </p:nvSpPr>
        <p:spPr>
          <a:xfrm>
            <a:off x="7308342" y="3854768"/>
            <a:ext cx="47084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Clarity stays constant while the experience evolves.</a:t>
            </a:r>
          </a:p>
        </p:txBody>
      </p:sp>
      <p:sp>
        <p:nvSpPr>
          <p:cNvPr id="19" name="image-text-page-slot Placeholder Carrier"/>
          <p:cNvSpPr txBox="1"/>
          <p:nvPr>
            <p:ph type="sldNum" idx="4"/>
          </p:nvPr>
        </p:nvSpPr>
        <p:spPr>
          <a:xfrm>
            <a:off x="11114608" y="602742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pi-page-title-slot Placeholder Carrier"/>
          <p:cNvSpPr txBox="1"/>
          <p:nvPr>
            <p:ph type="title"/>
          </p:nvPr>
        </p:nvSpPr>
        <p:spPr>
          <a:xfrm>
            <a:off x="651510" y="1257300"/>
            <a:ext cx="911873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Intelligence compounds with every workflow</a:t>
            </a:r>
          </a:p>
        </p:txBody>
      </p:sp>
      <p:sp>
        <p:nvSpPr>
          <p:cNvPr id="17" name="kpi-value-1-slot Placeholder Carrier"/>
          <p:cNvSpPr txBox="1"/>
          <p:nvPr>
            <p:ph type="body" idx="1"/>
          </p:nvPr>
        </p:nvSpPr>
        <p:spPr>
          <a:xfrm>
            <a:off x="914400" y="2616518"/>
            <a:ext cx="1175622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4350" b="1" dirty="0">
                <a:gradFill>
                  <a:gsLst>
                    <a:gs pos="0">
                      <a:srgbClr val="FFFFFF"/>
                    </a:gs>
                    <a:gs pos="20000">
                      <a:srgbClr val="8991A0"/>
                    </a:gs>
                    <a:gs pos="38000">
                      <a:srgbClr val="F9FBFF"/>
                    </a:gs>
                    <a:gs pos="57999">
                      <a:srgbClr val="5A6479"/>
                    </a:gs>
                    <a:gs pos="78000">
                      <a:srgbClr val="DFFBFF"/>
                    </a:gs>
                    <a:gs pos="100000">
                      <a:srgbClr val="9B71FF"/>
                    </a:gs>
                  </a:gsLst>
                  <a:lin ang="2700000" scaled="1"/>
                </a:gradFill>
                <a:latin typeface="Arial Black"/>
                <a:ea typeface="Arial Black"/>
                <a:cs typeface="Arial Black"/>
              </a:rPr>
              <a:t>92%</a:t>
            </a:r>
          </a:p>
        </p:txBody>
      </p:sp>
      <p:sp>
        <p:nvSpPr>
          <p:cNvPr id="19" name="kpi-value-2-slot Placeholder Carrier"/>
          <p:cNvSpPr txBox="1"/>
          <p:nvPr>
            <p:ph type="body" idx="2"/>
          </p:nvPr>
        </p:nvSpPr>
        <p:spPr>
          <a:xfrm>
            <a:off x="4533900" y="2616518"/>
            <a:ext cx="714465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4350" b="1" dirty="0">
                <a:solidFill>
                  <a:srgbClr val="9B71FF"/>
                </a:solidFill>
                <a:latin typeface="Arial Black"/>
                <a:ea typeface="Arial Black"/>
                <a:cs typeface="Arial Black"/>
              </a:rPr>
              <a:t>18</a:t>
            </a:r>
          </a:p>
        </p:txBody>
      </p:sp>
      <p:sp>
        <p:nvSpPr>
          <p:cNvPr id="21" name="kpi-value-3-slot Placeholder Carrier"/>
          <p:cNvSpPr txBox="1"/>
          <p:nvPr>
            <p:ph type="body" idx="3"/>
          </p:nvPr>
        </p:nvSpPr>
        <p:spPr>
          <a:xfrm>
            <a:off x="8153400" y="2616518"/>
            <a:ext cx="1390829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4350" b="1" dirty="0">
                <a:solidFill>
                  <a:srgbClr val="EA5756"/>
                </a:solidFill>
                <a:latin typeface="Arial Black"/>
                <a:ea typeface="Arial Black"/>
                <a:cs typeface="Arial Black"/>
              </a:rPr>
              <a:t>3.4x</a:t>
            </a:r>
          </a:p>
        </p:txBody>
      </p:sp>
      <p:grpSp>
        <p:nvGrpSpPr>
          <p:cNvPr id="31" name="kpi-chart-slot Proxy Content"/>
          <p:cNvGrpSpPr/>
          <p:nvPr/>
        </p:nvGrpSpPr>
        <p:grpSpPr>
          <a:xfrm>
            <a:off x="971550" y="3657600"/>
            <a:ext cx="6610350" cy="1581150"/>
            <a:chOff x="971550" y="3657600"/>
            <a:chExt cx="6610350" cy="1581150"/>
          </a:xfrm>
        </p:grpSpPr>
        <p:sp>
          <p:nvSpPr>
            <p:cNvPr id="23" name="Freeform 23"/>
            <p:cNvSpPr/>
            <p:nvPr/>
          </p:nvSpPr>
          <p:spPr>
            <a:xfrm>
              <a:off x="971550" y="4514850"/>
              <a:ext cx="6610350" cy="723900"/>
            </a:xfrm>
            <a:custGeom>
              <a:avLst/>
              <a:gdLst/>
              <a:ahLst/>
              <a:cxnLst/>
              <a:rect l="l" t="t" r="r" b="b"/>
              <a:pathLst>
                <a:path w="6610350" h="723900">
                  <a:moveTo>
                    <a:pt x="0" y="723900"/>
                  </a:moveTo>
                  <a:lnTo>
                    <a:pt x="6610350" y="723900"/>
                  </a:lnTo>
                  <a:moveTo>
                    <a:pt x="0" y="361950"/>
                  </a:moveTo>
                  <a:lnTo>
                    <a:pt x="6610350" y="361950"/>
                  </a:lnTo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noFill/>
            <a:ln w="9525">
              <a:solidFill>
                <a:srgbClr val="28315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00150" y="4895850"/>
              <a:ext cx="609600" cy="342900"/>
            </a:xfrm>
            <a:prstGeom prst="roundRect">
              <a:avLst>
                <a:gd name="adj" fmla="val 22222"/>
              </a:avLst>
            </a:prstGeom>
            <a:solidFill>
              <a:srgbClr val="62F2FF">
                <a:alpha val="50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66950" y="4629150"/>
              <a:ext cx="609600" cy="609600"/>
            </a:xfrm>
            <a:prstGeom prst="roundRect">
              <a:avLst>
                <a:gd name="adj" fmla="val 12500"/>
              </a:avLst>
            </a:prstGeom>
            <a:solidFill>
              <a:srgbClr val="62F2FF">
                <a:alpha val="60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33750" y="4400550"/>
              <a:ext cx="609600" cy="838200"/>
            </a:xfrm>
            <a:prstGeom prst="roundRect">
              <a:avLst>
                <a:gd name="adj" fmla="val 12500"/>
              </a:avLst>
            </a:prstGeom>
            <a:solidFill>
              <a:srgbClr val="9B71FF">
                <a:alpha val="66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00550" y="4552950"/>
              <a:ext cx="609600" cy="685800"/>
            </a:xfrm>
            <a:prstGeom prst="roundRect">
              <a:avLst>
                <a:gd name="adj" fmla="val 12500"/>
              </a:avLst>
            </a:prstGeom>
            <a:solidFill>
              <a:srgbClr val="9B71FF">
                <a:alpha val="72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67350" y="4229100"/>
              <a:ext cx="609600" cy="1009650"/>
            </a:xfrm>
            <a:prstGeom prst="roundRect">
              <a:avLst>
                <a:gd name="adj" fmla="val 12500"/>
              </a:avLst>
            </a:prstGeom>
            <a:solidFill>
              <a:srgbClr val="FF7DE1">
                <a:alpha val="66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34150" y="4038600"/>
              <a:ext cx="609600" cy="1200150"/>
            </a:xfrm>
            <a:prstGeom prst="roundRect">
              <a:avLst>
                <a:gd name="adj" fmla="val 12500"/>
              </a:avLst>
            </a:prstGeom>
            <a:solidFill>
              <a:srgbClr val="EA5756">
                <a:alpha val="76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504950" y="3657600"/>
              <a:ext cx="5600700" cy="1104900"/>
            </a:xfrm>
            <a:custGeom>
              <a:avLst/>
              <a:gdLst/>
              <a:ahLst/>
              <a:cxnLst/>
              <a:rect l="l" t="t" r="r" b="b"/>
              <a:pathLst>
                <a:path w="5600700" h="1104900">
                  <a:moveTo>
                    <a:pt x="0" y="1104900"/>
                  </a:moveTo>
                  <a:cubicBezTo>
                    <a:pt x="895350" y="895350"/>
                    <a:pt x="1390650" y="647700"/>
                    <a:pt x="2133600" y="704850"/>
                  </a:cubicBezTo>
                  <a:cubicBezTo>
                    <a:pt x="2990850" y="762000"/>
                    <a:pt x="3448050" y="457200"/>
                    <a:pt x="4267200" y="342900"/>
                  </a:cubicBezTo>
                  <a:cubicBezTo>
                    <a:pt x="4876800" y="247650"/>
                    <a:pt x="5295900" y="114300"/>
                    <a:pt x="5600700" y="0"/>
                  </a:cubicBezTo>
                </a:path>
              </a:pathLst>
            </a:custGeom>
            <a:noFill/>
            <a:ln w="38100" cap="rnd">
              <a:gradFill>
                <a:gsLst>
                  <a:gs pos="0">
                    <a:srgbClr val="62F2FF"/>
                  </a:gs>
                  <a:gs pos="55000">
                    <a:srgbClr val="9B71FF"/>
                  </a:gs>
                  <a:gs pos="100000">
                    <a:srgbClr val="FF7DE1"/>
                  </a:gs>
                </a:gsLst>
                <a:lin ang="0" scaled="1"/>
              </a:gradFill>
            </a:ln>
          </p:spPr>
        </p:sp>
      </p:grpSp>
      <p:sp>
        <p:nvSpPr>
          <p:cNvPr id="32" name="kpi-takeaway-slot Placeholder Carrier"/>
          <p:cNvSpPr txBox="1"/>
          <p:nvPr>
            <p:ph type="body" idx="5"/>
          </p:nvPr>
        </p:nvSpPr>
        <p:spPr>
          <a:xfrm>
            <a:off x="8470011" y="4608671"/>
            <a:ext cx="256937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420" b="1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Context compounds value.</a:t>
            </a:r>
          </a:p>
        </p:txBody>
      </p:sp>
      <p:sp>
        <p:nvSpPr>
          <p:cNvPr id="34" name="kpi-page-slot Placeholder Carrier"/>
          <p:cNvSpPr txBox="1"/>
          <p:nvPr>
            <p:ph type="sldNum" idx="6"/>
          </p:nvPr>
        </p:nvSpPr>
        <p:spPr>
          <a:xfrm>
            <a:off x="11114608" y="602742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35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933450" y="4267200"/>
            <a:ext cx="67056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ding-title-slot Placeholder Carrier"/>
          <p:cNvSpPr txBox="1"/>
          <p:nvPr>
            <p:ph type="title"/>
          </p:nvPr>
        </p:nvSpPr>
        <p:spPr>
          <a:xfrm>
            <a:off x="4253469" y="2021205"/>
            <a:ext cx="3685062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100" b="1" spc="-75" dirty="0">
                <a:gradFill>
                  <a:gsLst>
                    <a:gs pos="0">
                      <a:srgbClr val="FFFFFF"/>
                    </a:gs>
                    <a:gs pos="38000">
                      <a:srgbClr val="DFFBFF"/>
                    </a:gs>
                    <a:gs pos="74000">
                      <a:srgbClr val="9B71FF"/>
                    </a:gs>
                    <a:gs pos="100000">
                      <a:srgbClr val="62F2FF"/>
                    </a:gs>
                  </a:gsLst>
                  <a:lin ang="2700000" scaled="1"/>
                </a:gra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0" name="ending-subtitle-slot Placeholder Carrier"/>
          <p:cNvSpPr txBox="1"/>
          <p:nvPr>
            <p:ph type="subTitle" idx="1"/>
          </p:nvPr>
        </p:nvSpPr>
        <p:spPr>
          <a:xfrm>
            <a:off x="3964781" y="3152775"/>
            <a:ext cx="42624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dirty="0">
                <a:solidFill>
                  <a:srgbClr val="AAB4D0"/>
                </a:solidFill>
                <a:latin typeface="Arial"/>
                <a:ea typeface="Arial"/>
                <a:cs typeface="Arial"/>
              </a:rPr>
              <a:t>The next intelligent workflow starts here.</a:t>
            </a:r>
          </a:p>
        </p:txBody>
      </p:sp>
      <p:sp>
        <p:nvSpPr>
          <p:cNvPr id="12" name="ending-contact-slot Placeholder Carrier"/>
          <p:cNvSpPr txBox="1"/>
          <p:nvPr>
            <p:ph type="ftr" idx="2"/>
          </p:nvPr>
        </p:nvSpPr>
        <p:spPr>
          <a:xfrm>
            <a:off x="5367437" y="6047899"/>
            <a:ext cx="14571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spc="112" dirty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CHERRYAI.COM.CN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2026-07-20T02:47:25Z</dcterms:created>
  <dcterms:modified xsi:type="dcterms:W3CDTF">2026-07-20T02:47:25Z</dcterms:modified>
  <cp:category/>
  <cp:contentStatus/>
</cp:coreProperties>
</file>