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1513cd11b6b747aa.png"/>
  <Relationship Id="rId3" Type="http://schemas.openxmlformats.org/officeDocument/2006/relationships/image" Target="../media/image_584d1f37c062ff46.svg"/>
  <Relationship Id="rId4" Type="http://schemas.openxmlformats.org/officeDocument/2006/relationships/image" Target="../media/image_c334486e66d7353d.png"/>
  <Relationship Id="rId5" Type="http://schemas.openxmlformats.org/officeDocument/2006/relationships/image" Target="../media/image_1c7292c39aa88802.png"/>
  <Relationship Id="rId6" Type="http://schemas.openxmlformats.org/officeDocument/2006/relationships/image" Target="../media/image_97457d8000681565.png"/>
  <Relationship Id="rId7" Type="http://schemas.openxmlformats.org/officeDocument/2006/relationships/image" Target="../media/image_e60f62489c07cffb.png"/>
  <Relationship Id="rId8" Type="http://schemas.openxmlformats.org/officeDocument/2006/relationships/image" Target="../media/image_01faf83601a6193b.png"/>
  <Relationship Id="rId9" Type="http://schemas.openxmlformats.org/officeDocument/2006/relationships/image" Target="../media/image_a60e2ca63f00f028.pn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0a24f07f581c0e28.png"/>
  <Relationship Id="rId3" Type="http://schemas.openxmlformats.org/officeDocument/2006/relationships/image" Target="../media/image_a60e2ca63f00f028.png"/>
  <Relationship Id="rId4" Type="http://schemas.openxmlformats.org/officeDocument/2006/relationships/image" Target="../media/image_43f0e7427eb287a9.png"/>
  <Relationship Id="rId5" Type="http://schemas.openxmlformats.org/officeDocument/2006/relationships/image" Target="../media/image_618b1c0f5e8a5500.png"/>
  <Relationship Id="rId6" Type="http://schemas.openxmlformats.org/officeDocument/2006/relationships/image" Target="../media/image_584d1f37c062ff46.svg"/>
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ae9736167339874.svg"/>
  <Relationship Id="rId3" Type="http://schemas.openxmlformats.org/officeDocument/2006/relationships/image" Target="../media/image_43f0e7427eb287a9.png"/>
  <Relationship Id="rId4" Type="http://schemas.openxmlformats.org/officeDocument/2006/relationships/image" Target="../media/image_0a24f07f581c0e28.png"/>
  <Relationship Id="rId5" Type="http://schemas.openxmlformats.org/officeDocument/2006/relationships/image" Target="../media/image_7bf867244060815f.png"/>
  <Relationship Id="rId6" Type="http://schemas.openxmlformats.org/officeDocument/2006/relationships/image" Target="../media/image_12691fe571779603.png"/>
  <Relationship Id="rId7" Type="http://schemas.openxmlformats.org/officeDocument/2006/relationships/image" Target="../media/image_618b1c0f5e8a5500.png"/>
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3f0e7427eb287a9.png"/>
  <Relationship Id="rId3" Type="http://schemas.openxmlformats.org/officeDocument/2006/relationships/image" Target="../media/image_a60e2ca63f00f028.png"/>
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0a24f07f581c0e28.png"/>
  <Relationship Id="rId3" Type="http://schemas.openxmlformats.org/officeDocument/2006/relationships/image" Target="../media/image_618b1c0f5e8a5500.png"/>
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3f0e7427eb287a9.png"/>
  <Relationship Id="rId3" Type="http://schemas.openxmlformats.org/officeDocument/2006/relationships/image" Target="../media/image_1c7292c39aa88802.png"/>
</Relationships>
</file>

<file path=ppt/slideLayouts/_rels/slideLayout1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97457d8000681565.png"/>
</Relationships>
</file>

<file path=ppt/slideLayouts/_rels/slideLayout1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7bf867244060815f.png"/>
  <Relationship Id="rId3" Type="http://schemas.openxmlformats.org/officeDocument/2006/relationships/image" Target="../media/image_0a24f07f581c0e28.png"/>
  <Relationship Id="rId4" Type="http://schemas.openxmlformats.org/officeDocument/2006/relationships/image" Target="../media/image_43f0e7427eb287a9.png"/>
  <Relationship Id="rId5" Type="http://schemas.openxmlformats.org/officeDocument/2006/relationships/image" Target="../media/image_a60e2ca63f00f028.png"/>
  <Relationship Id="rId6" Type="http://schemas.openxmlformats.org/officeDocument/2006/relationships/image" Target="../media/image_12691fe571779603.png"/>
  <Relationship Id="rId7" Type="http://schemas.openxmlformats.org/officeDocument/2006/relationships/image" Target="../media/image_618b1c0f5e8a5500.png"/>
  <Relationship Id="rId8" Type="http://schemas.openxmlformats.org/officeDocument/2006/relationships/image" Target="../media/image_584d1f37c062ff46.sv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Cover">
    <p:bg>
      <p:bgPr>
        <a:solidFill>
          <a:srgbClr val="EA5756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rainbow-background Layout"/>
          <p:cNvPicPr>
            <a:picLocks noChangeAspect="1"/>
          </p:cNvPicPr>
          <p:nvPr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hero-card Layout"/>
          <p:cNvSpPr/>
          <p:nvPr/>
        </p:nvSpPr>
        <p:spPr>
          <a:xfrm>
            <a:off x="1809750" y="1657350"/>
            <a:ext cx="8915400" cy="3486150"/>
          </a:xfrm>
          <a:prstGeom prst="roundRect">
            <a:avLst>
              <a:gd name="adj" fmla="val 16940"/>
            </a:avLst>
          </a:prstGeom>
          <a:gradFill>
            <a:gsLst>
              <a:gs pos="0">
                <a:srgbClr val="FFE6E8"/>
              </a:gs>
              <a:gs pos="100000">
                <a:srgbClr val="FFF5D1"/>
              </a:gs>
            </a:gsLst>
            <a:lin ang="2700000" scaled="1"/>
          </a:gradFill>
          <a:ln>
            <a:noFill/>
          </a:ln>
          <a:effectLst>
            <a:outerShdw blurRad="342900" dist="85194" dir="3806096" algn="tl" rotWithShape="0">
              <a:srgbClr val="851321">
                <a:alpha val="16500"/>
              </a:srgbClr>
            </a:outerShdw>
          </a:effectLst>
        </p:spPr>
      </p:sp>
      <p:sp>
        <p:nvSpPr>
          <p:cNvPr id="4" name="cover-title-pill Layout"/>
          <p:cNvSpPr/>
          <p:nvPr/>
        </p:nvSpPr>
        <p:spPr>
          <a:xfrm>
            <a:off x="2781300" y="2381250"/>
            <a:ext cx="6629400" cy="144780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5" name="cover-author-pill Layout"/>
          <p:cNvSpPr/>
          <p:nvPr/>
        </p:nvSpPr>
        <p:spPr>
          <a:xfrm>
            <a:off x="2724150" y="4362450"/>
            <a:ext cx="2895600" cy="419100"/>
          </a:xfrm>
          <a:prstGeom prst="roundRect">
            <a:avLst>
              <a:gd name="adj" fmla="val 50000"/>
            </a:avLst>
          </a:prstGeom>
          <a:solidFill>
            <a:srgbClr val="23AF69"/>
          </a:solidFill>
          <a:ln>
            <a:noFill/>
          </a:ln>
        </p:spPr>
      </p:sp>
      <p:sp>
        <p:nvSpPr>
          <p:cNvPr id="6" name="cover-date-pill Layout"/>
          <p:cNvSpPr/>
          <p:nvPr/>
        </p:nvSpPr>
        <p:spPr>
          <a:xfrm>
            <a:off x="6686550" y="4362450"/>
            <a:ext cx="2895600" cy="419100"/>
          </a:xfrm>
          <a:prstGeom prst="roundRect">
            <a:avLst>
              <a:gd name="adj" fmla="val 50000"/>
            </a:avLst>
          </a:prstGeom>
          <a:solidFill>
            <a:srgbClr val="23AF69"/>
          </a:solidFill>
          <a:ln>
            <a:noFill/>
          </a:ln>
        </p:spPr>
      </p:sp>
      <p:pic>
        <p:nvPicPr>
          <p:cNvPr id="7" name="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04800"/>
            <a:ext cx="2286000" cy="685800"/>
          </a:xfrm>
          <a:prstGeom prst="rect">
            <a:avLst/>
          </a:prstGeom>
        </p:spPr>
      </p:pic>
      <p:pic>
        <p:nvPicPr>
          <p:cNvPr id="8" name="cover-soft-star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974" y="3524250"/>
            <a:ext cx="1157203" cy="1123950"/>
          </a:xfrm>
          <a:prstGeom prst="rect">
            <a:avLst/>
          </a:prstGeom>
        </p:spPr>
      </p:pic>
      <p:pic>
        <p:nvPicPr>
          <p:cNvPr id="9" name="cover-rainbow-blob Lay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950" y="5010150"/>
            <a:ext cx="1733550" cy="1295400"/>
          </a:xfrm>
          <a:prstGeom prst="rect">
            <a:avLst/>
          </a:prstGeom>
        </p:spPr>
      </p:pic>
      <p:pic>
        <p:nvPicPr>
          <p:cNvPr id="10" name="cover-gold-spark Layou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300" y="647700"/>
            <a:ext cx="1104900" cy="1104900"/>
          </a:xfrm>
          <a:prstGeom prst="rect">
            <a:avLst/>
          </a:prstGeom>
        </p:spPr>
      </p:pic>
      <p:pic>
        <p:nvPicPr>
          <p:cNvPr id="11" name="cover-spring-right Layou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2254448"/>
            <a:ext cx="1619250" cy="1720453"/>
          </a:xfrm>
          <a:prstGeom prst="rect">
            <a:avLst/>
          </a:prstGeom>
        </p:spPr>
      </p:pic>
      <p:pic>
        <p:nvPicPr>
          <p:cNvPr id="12" name="cover-spring-left Layou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" y="1390650"/>
            <a:ext cx="1409700" cy="1466850"/>
          </a:xfrm>
          <a:prstGeom prst="rect">
            <a:avLst/>
          </a:prstGeom>
        </p:spPr>
      </p:pic>
      <p:pic>
        <p:nvPicPr>
          <p:cNvPr id="13" name="cover-blue-jelly Layou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5450" y="557119"/>
            <a:ext cx="990600" cy="1000312"/>
          </a:xfrm>
          <a:prstGeom prst="rect">
            <a:avLst/>
          </a:prstGeom>
        </p:spPr>
      </p:pic>
      <p:sp>
        <p:nvSpPr>
          <p:cNvPr id="14" name="cover-title-slot Placeholder"/>
          <p:cNvSpPr>
            <a:spLocks noGrp="1"/>
          </p:cNvSpPr>
          <p:nvPr>
            <p:ph type="title"/>
          </p:nvPr>
        </p:nvSpPr>
        <p:spPr>
          <a:xfrm>
            <a:off x="3219450" y="2667000"/>
            <a:ext cx="57531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600"/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5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3429000" y="337185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dirty="0">
                <a:solidFill>
                  <a:srgbClr val="FFEFEF"/>
                </a:solidFill>
                <a:latin typeface="Cambria"/>
                <a:ea typeface="Cambria"/>
                <a:cs typeface="Cambria"/>
              </a:rPr>
              <a:t>Click to add subtitle</a:t>
            </a:r>
            <a:endParaRPr lang="en-US"/>
          </a:p>
        </p:txBody>
      </p:sp>
      <p:sp>
        <p:nvSpPr>
          <p:cNvPr id="16" name="cover-author-slot Placeholder"/>
          <p:cNvSpPr>
            <a:spLocks noGrp="1"/>
          </p:cNvSpPr>
          <p:nvPr>
            <p:ph type="body" idx="2"/>
          </p:nvPr>
        </p:nvSpPr>
        <p:spPr>
          <a:xfrm>
            <a:off x="2914650" y="443865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80"/>
            </a:lvl1pPr>
          </a:lstStyle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7" name="cover-date-slot Placeholder"/>
          <p:cNvSpPr>
            <a:spLocks noGrp="1"/>
          </p:cNvSpPr>
          <p:nvPr>
            <p:ph type="dt" idx="3"/>
          </p:nvPr>
        </p:nvSpPr>
        <p:spPr>
          <a:xfrm>
            <a:off x="6877050" y="443865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80"/>
            </a:lvl1pPr>
          </a:lstStyle>
          <a:p>
            <a:fld id="{E0424206-2A83-421B-B616-EA5B310BF357}" type="datetimeFigureOut">
              <a:rPr lang="en-US" sz="128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{{DATE}}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Section">
    <p:bg>
      <p:bgPr>
        <a:solidFill>
          <a:srgbClr val="EA5756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main-card Layout"/>
          <p:cNvSpPr/>
          <p:nvPr/>
        </p:nvSpPr>
        <p:spPr>
          <a:xfrm>
            <a:off x="723900" y="685800"/>
            <a:ext cx="10744200" cy="5486400"/>
          </a:xfrm>
          <a:prstGeom prst="roundRect">
            <a:avLst>
              <a:gd name="adj" fmla="val 11806"/>
            </a:avLst>
          </a:prstGeom>
          <a:gradFill>
            <a:gsLst>
              <a:gs pos="0">
                <a:srgbClr val="FFF2F3"/>
              </a:gs>
              <a:gs pos="100000">
                <a:srgbClr val="FFF5D1"/>
              </a:gs>
            </a:gsLst>
            <a:lin ang="2700000" scaled="1"/>
          </a:gradFill>
          <a:ln>
            <a:noFill/>
          </a:ln>
          <a:effectLst>
            <a:outerShdw blurRad="342900" dist="85194" dir="3806096" algn="tl" rotWithShape="0">
              <a:srgbClr val="851321">
                <a:alpha val="12750"/>
              </a:srgbClr>
            </a:outerShdw>
          </a:effectLst>
        </p:spPr>
      </p:sp>
      <p:sp>
        <p:nvSpPr>
          <p:cNvPr id="3" name="section-number-halo Layout"/>
          <p:cNvSpPr/>
          <p:nvPr/>
        </p:nvSpPr>
        <p:spPr>
          <a:xfrm>
            <a:off x="1809750" y="1333500"/>
            <a:ext cx="4076700" cy="4076700"/>
          </a:xfrm>
          <a:prstGeom prst="ellipse">
            <a:avLst/>
          </a:prstGeom>
          <a:solidFill>
            <a:srgbClr val="EA5756">
              <a:alpha val="8000"/>
            </a:srgbClr>
          </a:solidFill>
          <a:ln>
            <a:noFill/>
          </a:ln>
        </p:spPr>
      </p:sp>
      <p:sp>
        <p:nvSpPr>
          <p:cNvPr id="4" name="section-chip Layout"/>
          <p:cNvSpPr/>
          <p:nvPr/>
        </p:nvSpPr>
        <p:spPr>
          <a:xfrm>
            <a:off x="4953000" y="1714500"/>
            <a:ext cx="1676400" cy="49530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5" name="section-chip-label Layout"/>
          <p:cNvSpPr txBox="1"/>
          <p:nvPr/>
        </p:nvSpPr>
        <p:spPr>
          <a:xfrm>
            <a:off x="5300745" y="1900714"/>
            <a:ext cx="98090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spc="75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CHAPTER</a:t>
            </a:r>
          </a:p>
        </p:txBody>
      </p:sp>
      <p:sp>
        <p:nvSpPr>
          <p:cNvPr id="6" name="section-title-rule Layout"/>
          <p:cNvSpPr/>
          <p:nvPr/>
        </p:nvSpPr>
        <p:spPr>
          <a:xfrm>
            <a:off x="4972050" y="4191000"/>
            <a:ext cx="1123950" cy="76200"/>
          </a:xfrm>
          <a:prstGeom prst="roundRect">
            <a:avLst>
              <a:gd name="adj" fmla="val 50000"/>
            </a:avLst>
          </a:prstGeom>
          <a:solidFill>
            <a:srgbClr val="23AF69"/>
          </a:solidFill>
          <a:ln>
            <a:noFill/>
          </a:ln>
        </p:spPr>
      </p:sp>
      <p:pic>
        <p:nvPicPr>
          <p:cNvPr id="7" name="section-flower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09850"/>
            <a:ext cx="2286000" cy="4057650"/>
          </a:xfrm>
          <a:prstGeom prst="rect">
            <a:avLst/>
          </a:prstGeom>
        </p:spPr>
      </p:pic>
      <p:pic>
        <p:nvPicPr>
          <p:cNvPr id="8" name="section-blue-jelly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632512"/>
            <a:ext cx="1257300" cy="1269626"/>
          </a:xfrm>
          <a:prstGeom prst="rect">
            <a:avLst/>
          </a:prstGeom>
        </p:spPr>
      </p:pic>
      <p:pic>
        <p:nvPicPr>
          <p:cNvPr id="9" name="section-spring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128" y="876300"/>
            <a:ext cx="1855344" cy="1428750"/>
          </a:xfrm>
          <a:prstGeom prst="rect">
            <a:avLst/>
          </a:prstGeom>
        </p:spPr>
      </p:pic>
      <p:pic>
        <p:nvPicPr>
          <p:cNvPr id="10" name="section-spark Lay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371" y="1295400"/>
            <a:ext cx="711558" cy="742950"/>
          </a:xfrm>
          <a:prstGeom prst="rect">
            <a:avLst/>
          </a:prstGeom>
        </p:spPr>
      </p:pic>
      <p:pic>
        <p:nvPicPr>
          <p:cNvPr id="11" name="section-logo Layou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0" y="5753100"/>
            <a:ext cx="1809750" cy="495300"/>
          </a:xfrm>
          <a:prstGeom prst="rect">
            <a:avLst/>
          </a:prstGeom>
        </p:spPr>
      </p:pic>
      <p:sp>
        <p:nvSpPr>
          <p:cNvPr id="12" name="section-number-slot Placeholder"/>
          <p:cNvSpPr>
            <a:spLocks noGrp="1"/>
          </p:cNvSpPr>
          <p:nvPr>
            <p:ph type="body" idx="1"/>
          </p:nvPr>
        </p:nvSpPr>
        <p:spPr>
          <a:xfrm>
            <a:off x="2667000" y="2076450"/>
            <a:ext cx="2247900" cy="2381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4700"/>
            </a:lvl1pPr>
          </a:lstStyle>
          <a:p>
            <a:pPr marL="0" indent="0">
              <a:buNone/>
            </a:pPr>
            <a:r>
              <a:rPr lang="en-US" sz="14700" b="1" dirty="0">
                <a:solidFill>
                  <a:srgbClr val="EA5756">
                    <a:alphaMod val="28000"/>
                  </a:srgbClr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3" name="section-title-slot Placeholder"/>
          <p:cNvSpPr>
            <a:spLocks noGrp="1"/>
          </p:cNvSpPr>
          <p:nvPr>
            <p:ph type="title"/>
          </p:nvPr>
        </p:nvSpPr>
        <p:spPr>
          <a:xfrm>
            <a:off x="4953000" y="2400300"/>
            <a:ext cx="51435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750"/>
            </a:lvl1pPr>
          </a:lstStyle>
          <a:p>
            <a:r>
              <a:rPr lang="en-US" sz="37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4" name="section-subtitle-slot Placeholder"/>
          <p:cNvSpPr>
            <a:spLocks noGrp="1"/>
          </p:cNvSpPr>
          <p:nvPr>
            <p:ph type="subTitle" idx="2"/>
          </p:nvPr>
        </p:nvSpPr>
        <p:spPr>
          <a:xfrm>
            <a:off x="4953000" y="3581400"/>
            <a:ext cx="49530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6C665F"/>
                </a:solidFill>
                <a:latin typeface="Cambria"/>
                <a:ea typeface="Cambria"/>
                <a:cs typeface="Cambria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Agenda">
    <p:bg>
      <p:bgPr>
        <a:solidFill>
          <a:srgbClr val="EA5756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main-panel Layout"/>
          <p:cNvSpPr/>
          <p:nvPr/>
        </p:nvSpPr>
        <p:spPr>
          <a:xfrm>
            <a:off x="552450" y="666750"/>
            <a:ext cx="11410950" cy="6019800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FFF2F3"/>
              </a:gs>
              <a:gs pos="100000">
                <a:srgbClr val="FFFCF1"/>
              </a:gs>
            </a:gsLst>
            <a:lin ang="2700000" scaled="1"/>
          </a:gradFill>
          <a:ln>
            <a:noFill/>
          </a:ln>
          <a:effectLst>
            <a:outerShdw blurRad="304800" dist="85194" dir="3806096" algn="tl" rotWithShape="0">
              <a:srgbClr val="851321">
                <a:alpha val="13500"/>
              </a:srgbClr>
            </a:outerShdw>
          </a:effectLst>
        </p:spPr>
      </p:sp>
      <p:sp>
        <p:nvSpPr>
          <p:cNvPr id="3" name="agenda-heading-pill Layout"/>
          <p:cNvSpPr/>
          <p:nvPr/>
        </p:nvSpPr>
        <p:spPr>
          <a:xfrm>
            <a:off x="1352550" y="1828800"/>
            <a:ext cx="3105150" cy="135255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4" name="agenda-heading Layout"/>
          <p:cNvSpPr txBox="1"/>
          <p:nvPr/>
        </p:nvSpPr>
        <p:spPr>
          <a:xfrm>
            <a:off x="1732298" y="2317432"/>
            <a:ext cx="234565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1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CONTENT</a:t>
            </a:r>
          </a:p>
        </p:txBody>
      </p:sp>
      <p:pic>
        <p:nvPicPr>
          <p:cNvPr id="5" name="agenda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914400"/>
            <a:ext cx="2095500" cy="609600"/>
          </a:xfrm>
          <a:prstGeom prst="rect">
            <a:avLst/>
          </a:prstGeom>
        </p:spPr>
      </p:pic>
      <p:pic>
        <p:nvPicPr>
          <p:cNvPr id="6" name="agenda-spring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990600"/>
            <a:ext cx="1809750" cy="1390650"/>
          </a:xfrm>
          <a:prstGeom prst="rect">
            <a:avLst/>
          </a:prstGeom>
        </p:spPr>
      </p:pic>
      <p:pic>
        <p:nvPicPr>
          <p:cNvPr id="7" name="agenda-flower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32" y="3390900"/>
            <a:ext cx="2091536" cy="3714750"/>
          </a:xfrm>
          <a:prstGeom prst="rect">
            <a:avLst/>
          </a:prstGeom>
        </p:spPr>
      </p:pic>
      <p:pic>
        <p:nvPicPr>
          <p:cNvPr id="8" name="agenda-ribbon-top Layout"/>
          <p:cNvPicPr>
            <a:picLocks noChangeAspect="1"/>
          </p:cNvPicPr>
          <p:nvPr/>
        </p:nvPicPr>
        <p:blipFill>
          <a:blip r:embed="rId5">
            <a:alphaModFix amt="24000"/>
          </a:blip>
          <a:stretch>
            <a:fillRect/>
          </a:stretch>
        </p:blipFill>
        <p:spPr>
          <a:xfrm>
            <a:off x="-1066800" y="-819150"/>
            <a:ext cx="5905500" cy="4305300"/>
          </a:xfrm>
          <a:prstGeom prst="rect">
            <a:avLst/>
          </a:prstGeom>
        </p:spPr>
      </p:pic>
      <p:pic>
        <p:nvPicPr>
          <p:cNvPr id="9" name="agenda-spark-small Layou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050" y="2819400"/>
            <a:ext cx="400050" cy="409575"/>
          </a:xfrm>
          <a:prstGeom prst="rect">
            <a:avLst/>
          </a:prstGeom>
        </p:spPr>
      </p:pic>
      <p:pic>
        <p:nvPicPr>
          <p:cNvPr id="10" name="agenda-spark-large Layou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343150"/>
            <a:ext cx="704850" cy="733425"/>
          </a:xfrm>
          <a:prstGeom prst="rect">
            <a:avLst/>
          </a:prstGeom>
        </p:spPr>
      </p:pic>
      <p:sp>
        <p:nvSpPr>
          <p:cNvPr id="11" name="agenda-number-1 Layout"/>
          <p:cNvSpPr/>
          <p:nvPr/>
        </p:nvSpPr>
        <p:spPr>
          <a:xfrm>
            <a:off x="5838825" y="1038225"/>
            <a:ext cx="628650" cy="628650"/>
          </a:xfrm>
          <a:prstGeom prst="ellipse">
            <a:avLst/>
          </a:prstGeom>
          <a:solidFill>
            <a:srgbClr val="23AF69"/>
          </a:solidFill>
          <a:ln>
            <a:noFill/>
          </a:ln>
        </p:spPr>
      </p:sp>
      <p:sp>
        <p:nvSpPr>
          <p:cNvPr id="12" name="agenda-number-2 Layout"/>
          <p:cNvSpPr/>
          <p:nvPr/>
        </p:nvSpPr>
        <p:spPr>
          <a:xfrm>
            <a:off x="5838825" y="2028825"/>
            <a:ext cx="628650" cy="628650"/>
          </a:xfrm>
          <a:prstGeom prst="ellipse">
            <a:avLst/>
          </a:prstGeom>
          <a:solidFill>
            <a:srgbClr val="23AF69"/>
          </a:solidFill>
          <a:ln>
            <a:noFill/>
          </a:ln>
        </p:spPr>
      </p:sp>
      <p:sp>
        <p:nvSpPr>
          <p:cNvPr id="13" name="agenda-number-3 Layout"/>
          <p:cNvSpPr/>
          <p:nvPr/>
        </p:nvSpPr>
        <p:spPr>
          <a:xfrm>
            <a:off x="5838825" y="3019425"/>
            <a:ext cx="628650" cy="628650"/>
          </a:xfrm>
          <a:prstGeom prst="ellipse">
            <a:avLst/>
          </a:prstGeom>
          <a:solidFill>
            <a:srgbClr val="23AF69"/>
          </a:solidFill>
          <a:ln>
            <a:noFill/>
          </a:ln>
        </p:spPr>
      </p:sp>
      <p:sp>
        <p:nvSpPr>
          <p:cNvPr id="14" name="agenda-number-4 Layout"/>
          <p:cNvSpPr/>
          <p:nvPr/>
        </p:nvSpPr>
        <p:spPr>
          <a:xfrm>
            <a:off x="5838825" y="4010025"/>
            <a:ext cx="628650" cy="628650"/>
          </a:xfrm>
          <a:prstGeom prst="ellipse">
            <a:avLst/>
          </a:prstGeom>
          <a:solidFill>
            <a:srgbClr val="23AF69"/>
          </a:solidFill>
          <a:ln>
            <a:noFill/>
          </a:ln>
        </p:spPr>
      </p:sp>
      <p:sp>
        <p:nvSpPr>
          <p:cNvPr id="15" name="agenda-number-5 Layout"/>
          <p:cNvSpPr/>
          <p:nvPr/>
        </p:nvSpPr>
        <p:spPr>
          <a:xfrm>
            <a:off x="5838825" y="5000625"/>
            <a:ext cx="628650" cy="628650"/>
          </a:xfrm>
          <a:prstGeom prst="ellipse">
            <a:avLst/>
          </a:prstGeom>
          <a:solidFill>
            <a:srgbClr val="23AF69"/>
          </a:solidFill>
          <a:ln>
            <a:noFill/>
          </a:ln>
        </p:spPr>
      </p:sp>
      <p:sp>
        <p:nvSpPr>
          <p:cNvPr id="16" name="agenda-label-1 Layout"/>
          <p:cNvSpPr txBox="1"/>
          <p:nvPr/>
        </p:nvSpPr>
        <p:spPr>
          <a:xfrm>
            <a:off x="6049308" y="1214438"/>
            <a:ext cx="20768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7" name="agenda-label-2 Layout"/>
          <p:cNvSpPr txBox="1"/>
          <p:nvPr/>
        </p:nvSpPr>
        <p:spPr>
          <a:xfrm>
            <a:off x="6049308" y="2205038"/>
            <a:ext cx="20768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8" name="agenda-label-3 Layout"/>
          <p:cNvSpPr txBox="1"/>
          <p:nvPr/>
        </p:nvSpPr>
        <p:spPr>
          <a:xfrm>
            <a:off x="6049308" y="3195638"/>
            <a:ext cx="20768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agenda-label-4 Layout"/>
          <p:cNvSpPr txBox="1"/>
          <p:nvPr/>
        </p:nvSpPr>
        <p:spPr>
          <a:xfrm>
            <a:off x="6049308" y="4186238"/>
            <a:ext cx="20768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0" name="agenda-label-5 Layout"/>
          <p:cNvSpPr txBox="1"/>
          <p:nvPr/>
        </p:nvSpPr>
        <p:spPr>
          <a:xfrm>
            <a:off x="6049308" y="5176838"/>
            <a:ext cx="20768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1" name="agenda-item-1-slot Placeholder"/>
          <p:cNvSpPr>
            <a:spLocks noGrp="1"/>
          </p:cNvSpPr>
          <p:nvPr>
            <p:ph type="body" idx="1"/>
          </p:nvPr>
        </p:nvSpPr>
        <p:spPr>
          <a:xfrm>
            <a:off x="6724650" y="1085850"/>
            <a:ext cx="41719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2" name="agenda-item-2-slot Placeholder"/>
          <p:cNvSpPr>
            <a:spLocks noGrp="1"/>
          </p:cNvSpPr>
          <p:nvPr>
            <p:ph type="body" idx="2"/>
          </p:nvPr>
        </p:nvSpPr>
        <p:spPr>
          <a:xfrm>
            <a:off x="6724650" y="2076450"/>
            <a:ext cx="41719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3" name="agenda-item-3-slot Placeholder"/>
          <p:cNvSpPr>
            <a:spLocks noGrp="1"/>
          </p:cNvSpPr>
          <p:nvPr>
            <p:ph type="body" idx="3"/>
          </p:nvPr>
        </p:nvSpPr>
        <p:spPr>
          <a:xfrm>
            <a:off x="6724650" y="3067050"/>
            <a:ext cx="41719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4" name="agenda-item-4-slot Placeholder"/>
          <p:cNvSpPr>
            <a:spLocks noGrp="1"/>
          </p:cNvSpPr>
          <p:nvPr>
            <p:ph type="body" idx="4"/>
          </p:nvPr>
        </p:nvSpPr>
        <p:spPr>
          <a:xfrm>
            <a:off x="6724650" y="4057650"/>
            <a:ext cx="41719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25" name="agenda-item-5-slot Placeholder"/>
          <p:cNvSpPr>
            <a:spLocks noGrp="1"/>
          </p:cNvSpPr>
          <p:nvPr>
            <p:ph type="body" idx="5"/>
          </p:nvPr>
        </p:nvSpPr>
        <p:spPr>
          <a:xfrm>
            <a:off x="6724650" y="5048250"/>
            <a:ext cx="41719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Content">
    <p:bg>
      <p:bgPr>
        <a:solidFill>
          <a:srgbClr val="FF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header-pill Layout"/>
          <p:cNvSpPr/>
          <p:nvPr/>
        </p:nvSpPr>
        <p:spPr>
          <a:xfrm>
            <a:off x="609600" y="400050"/>
            <a:ext cx="1866900" cy="51435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3" name="content-title-trail Layout"/>
          <p:cNvSpPr/>
          <p:nvPr/>
        </p:nvSpPr>
        <p:spPr>
          <a:xfrm>
            <a:off x="2324100" y="400050"/>
            <a:ext cx="8572500" cy="514350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>
            <a:noFill/>
          </a:ln>
        </p:spPr>
      </p:sp>
      <p:sp>
        <p:nvSpPr>
          <p:cNvPr id="4" name="content-footer-rule Layout"/>
          <p:cNvSpPr/>
          <p:nvPr/>
        </p:nvSpPr>
        <p:spPr>
          <a:xfrm>
            <a:off x="685800" y="62865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9C9CC"/>
            </a:solidFill>
          </a:ln>
        </p:spPr>
      </p:sp>
      <p:pic>
        <p:nvPicPr>
          <p:cNvPr id="5" name="content-spring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90500"/>
            <a:ext cx="1428750" cy="1104900"/>
          </a:xfrm>
          <a:prstGeom prst="rect">
            <a:avLst/>
          </a:prstGeom>
        </p:spPr>
      </p:pic>
      <p:pic>
        <p:nvPicPr>
          <p:cNvPr id="6" name="content-jelly Layout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90500" y="5377329"/>
            <a:ext cx="876300" cy="884891"/>
          </a:xfrm>
          <a:prstGeom prst="rect">
            <a:avLst/>
          </a:prstGeom>
        </p:spPr>
      </p:pic>
      <p:sp>
        <p:nvSpPr>
          <p:cNvPr id="7" name="content-section-slot Placeholder"/>
          <p:cNvSpPr>
            <a:spLocks noGrp="1"/>
          </p:cNvSpPr>
          <p:nvPr>
            <p:ph type="body" idx="1"/>
          </p:nvPr>
        </p:nvSpPr>
        <p:spPr>
          <a:xfrm>
            <a:off x="762000" y="514350"/>
            <a:ext cx="1562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8" name="content-title-slot Placeholder"/>
          <p:cNvSpPr>
            <a:spLocks noGrp="1"/>
          </p:cNvSpPr>
          <p:nvPr>
            <p:ph type="title"/>
          </p:nvPr>
        </p:nvSpPr>
        <p:spPr>
          <a:xfrm>
            <a:off x="2724150" y="47625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100"/>
            </a:lvl1pPr>
          </a:lstStyle>
          <a:p>
            <a:r>
              <a:rPr lang="en-US" sz="21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9" name="content-area-slot Placeholder"/>
          <p:cNvSpPr>
            <a:spLocks noGrp="1"/>
          </p:cNvSpPr>
          <p:nvPr>
            <p:ph type="obj" idx="2"/>
          </p:nvPr>
        </p:nvSpPr>
        <p:spPr>
          <a:xfrm>
            <a:off x="685800" y="1200150"/>
            <a:ext cx="10820400" cy="4800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content</a:t>
            </a:r>
            <a:endParaRPr lang="en-US"/>
          </a:p>
        </p:txBody>
      </p:sp>
      <p:sp>
        <p:nvSpPr>
          <p:cNvPr id="10" name="content-source-slot Placeholder"/>
          <p:cNvSpPr>
            <a:spLocks noGrp="1"/>
          </p:cNvSpPr>
          <p:nvPr>
            <p:ph type="ftr" idx="3"/>
          </p:nvPr>
        </p:nvSpPr>
        <p:spPr>
          <a:xfrm>
            <a:off x="685800" y="640080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50"/>
            </a:lvl1pPr>
          </a:lstStyle>
          <a:p>
            <a:r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Footer</a:t>
            </a:r>
            <a:endParaRPr lang="en-US"/>
          </a:p>
        </p:txBody>
      </p:sp>
      <p:sp>
        <p:nvSpPr>
          <p:cNvPr id="11" name="content-page-number-slot Placeholder"/>
          <p:cNvSpPr>
            <a:spLocks noGrp="1"/>
          </p:cNvSpPr>
          <p:nvPr>
            <p:ph type="sldNum" idx="4"/>
          </p:nvPr>
        </p:nvSpPr>
        <p:spPr>
          <a:xfrm>
            <a:off x="10668000" y="6400800"/>
            <a:ext cx="8382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50"/>
            </a:lvl1pPr>
          </a:lstStyle>
          <a:p>
            <a:fld id="{52E1C1DF-FDC6-4A6E-B701-276EBC0E185F}" type="slidenum"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Two Column">
    <p:bg>
      <p:bgPr>
        <a:solidFill>
          <a:srgbClr val="FF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-kicker-pill Layout"/>
          <p:cNvSpPr/>
          <p:nvPr/>
        </p:nvSpPr>
        <p:spPr>
          <a:xfrm>
            <a:off x="685800" y="400050"/>
            <a:ext cx="1466850" cy="49530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3" name="two-col-kicker Layout"/>
          <p:cNvSpPr txBox="1"/>
          <p:nvPr/>
        </p:nvSpPr>
        <p:spPr>
          <a:xfrm>
            <a:off x="911809" y="594360"/>
            <a:ext cx="10148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spc="75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COMPARE</a:t>
            </a:r>
          </a:p>
        </p:txBody>
      </p:sp>
      <p:sp>
        <p:nvSpPr>
          <p:cNvPr id="4" name="two-col-left-panel Layout"/>
          <p:cNvSpPr/>
          <p:nvPr/>
        </p:nvSpPr>
        <p:spPr>
          <a:xfrm>
            <a:off x="685800" y="1466850"/>
            <a:ext cx="5257800" cy="4438650"/>
          </a:xfrm>
          <a:prstGeom prst="roundRect">
            <a:avLst>
              <a:gd name="adj" fmla="val 7296"/>
            </a:avLst>
          </a:prstGeom>
          <a:solidFill>
            <a:srgbClr val="FFFCF1"/>
          </a:solidFill>
          <a:ln w="19050">
            <a:solidFill>
              <a:srgbClr val="F1C9CC"/>
            </a:solidFill>
          </a:ln>
          <a:effectLst>
            <a:outerShdw blurRad="228600" dist="60241" dir="4293903" algn="tl" rotWithShape="0">
              <a:srgbClr val="851321">
                <a:alpha val="8250"/>
              </a:srgbClr>
            </a:outerShdw>
          </a:effectLst>
        </p:spPr>
      </p:sp>
      <p:sp>
        <p:nvSpPr>
          <p:cNvPr id="5" name="two-col-right-panel Layout"/>
          <p:cNvSpPr/>
          <p:nvPr/>
        </p:nvSpPr>
        <p:spPr>
          <a:xfrm>
            <a:off x="6248400" y="1466850"/>
            <a:ext cx="5257800" cy="4438650"/>
          </a:xfrm>
          <a:prstGeom prst="roundRect">
            <a:avLst>
              <a:gd name="adj" fmla="val 7296"/>
            </a:avLst>
          </a:prstGeom>
          <a:solidFill>
            <a:srgbClr val="F1FFF7"/>
          </a:solidFill>
          <a:ln w="19050">
            <a:solidFill>
              <a:srgbClr val="BEE8D1"/>
            </a:solidFill>
          </a:ln>
          <a:effectLst>
            <a:outerShdw blurRad="228600" dist="60241" dir="4293903" algn="tl" rotWithShape="0">
              <a:srgbClr val="851321">
                <a:alpha val="8250"/>
              </a:srgbClr>
            </a:outerShdw>
          </a:effectLst>
        </p:spPr>
      </p:sp>
      <p:sp>
        <p:nvSpPr>
          <p:cNvPr id="6" name="two-col-left-label Layout"/>
          <p:cNvSpPr/>
          <p:nvPr/>
        </p:nvSpPr>
        <p:spPr>
          <a:xfrm>
            <a:off x="990600" y="1752600"/>
            <a:ext cx="1676400" cy="41910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7" name="two-col-right-label Layout"/>
          <p:cNvSpPr/>
          <p:nvPr/>
        </p:nvSpPr>
        <p:spPr>
          <a:xfrm>
            <a:off x="6553200" y="1752600"/>
            <a:ext cx="1676400" cy="419100"/>
          </a:xfrm>
          <a:prstGeom prst="roundRect">
            <a:avLst>
              <a:gd name="adj" fmla="val 50000"/>
            </a:avLst>
          </a:prstGeom>
          <a:solidFill>
            <a:srgbClr val="23AF69"/>
          </a:solidFill>
          <a:ln>
            <a:noFill/>
          </a:ln>
        </p:spPr>
      </p:sp>
      <p:sp>
        <p:nvSpPr>
          <p:cNvPr id="8" name="two-col-footer-rule Layout"/>
          <p:cNvSpPr/>
          <p:nvPr/>
        </p:nvSpPr>
        <p:spPr>
          <a:xfrm>
            <a:off x="685800" y="62865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9C9CC"/>
            </a:solidFill>
          </a:ln>
        </p:spPr>
      </p:sp>
      <p:pic>
        <p:nvPicPr>
          <p:cNvPr id="9" name="two-col-flower-fragment Layout"/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209550" y="4762500"/>
            <a:ext cx="1123950" cy="2000250"/>
          </a:xfrm>
          <a:prstGeom prst="rect">
            <a:avLst/>
          </a:prstGeom>
        </p:spPr>
      </p:pic>
      <p:pic>
        <p:nvPicPr>
          <p:cNvPr id="10" name="two-col-spark-pair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206" y="723900"/>
            <a:ext cx="602087" cy="628650"/>
          </a:xfrm>
          <a:prstGeom prst="rect">
            <a:avLst/>
          </a:prstGeom>
        </p:spPr>
      </p:pic>
      <p:sp>
        <p:nvSpPr>
          <p:cNvPr id="11" name="two-col-page-title-slot Placeholder"/>
          <p:cNvSpPr>
            <a:spLocks noGrp="1"/>
          </p:cNvSpPr>
          <p:nvPr>
            <p:ph type="title"/>
          </p:nvPr>
        </p:nvSpPr>
        <p:spPr>
          <a:xfrm>
            <a:off x="2419350" y="45720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250"/>
            </a:lvl1pPr>
          </a:lstStyle>
          <a:p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2" name="two-col-left-title-slot Placeholder"/>
          <p:cNvSpPr>
            <a:spLocks noGrp="1"/>
          </p:cNvSpPr>
          <p:nvPr>
            <p:ph type="body" idx="1"/>
          </p:nvPr>
        </p:nvSpPr>
        <p:spPr>
          <a:xfrm>
            <a:off x="1143000" y="180975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3" name="two-col-left-body-slot Placeholder"/>
          <p:cNvSpPr>
            <a:spLocks noGrp="1"/>
          </p:cNvSpPr>
          <p:nvPr>
            <p:ph type="body" idx="2"/>
          </p:nvPr>
        </p:nvSpPr>
        <p:spPr>
          <a:xfrm>
            <a:off x="1066800" y="2400300"/>
            <a:ext cx="4495800" cy="291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4" name="two-col-right-title-slot Placeholder"/>
          <p:cNvSpPr>
            <a:spLocks noGrp="1"/>
          </p:cNvSpPr>
          <p:nvPr>
            <p:ph type="body" idx="3"/>
          </p:nvPr>
        </p:nvSpPr>
        <p:spPr>
          <a:xfrm>
            <a:off x="6705600" y="180975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5" name="two-col-right-body-slot Placeholder"/>
          <p:cNvSpPr>
            <a:spLocks noGrp="1"/>
          </p:cNvSpPr>
          <p:nvPr>
            <p:ph type="body" idx="4"/>
          </p:nvPr>
        </p:nvSpPr>
        <p:spPr>
          <a:xfrm>
            <a:off x="6629400" y="2400300"/>
            <a:ext cx="4495800" cy="2914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6" name="two-col-page-number-slot Placeholder"/>
          <p:cNvSpPr>
            <a:spLocks noGrp="1"/>
          </p:cNvSpPr>
          <p:nvPr>
            <p:ph type="sldNum" idx="5"/>
          </p:nvPr>
        </p:nvSpPr>
        <p:spPr>
          <a:xfrm>
            <a:off x="10668000" y="6400800"/>
            <a:ext cx="8382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50"/>
            </a:lvl1pPr>
          </a:lstStyle>
          <a:p>
            <a:fld id="{5B22B958-A563-45E7-9B71-499183E19822}" type="slidenum"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Image Text">
    <p:bg>
      <p:bgPr>
        <a:solidFill>
          <a:srgbClr val="FF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text-kicker-pill Layout"/>
          <p:cNvSpPr/>
          <p:nvPr/>
        </p:nvSpPr>
        <p:spPr>
          <a:xfrm>
            <a:off x="685800" y="400050"/>
            <a:ext cx="1466850" cy="49530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3" name="image-text-kicker Layout"/>
          <p:cNvSpPr txBox="1"/>
          <p:nvPr/>
        </p:nvSpPr>
        <p:spPr>
          <a:xfrm>
            <a:off x="845485" y="594360"/>
            <a:ext cx="1147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spc="75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SHOWCASE</a:t>
            </a:r>
          </a:p>
        </p:txBody>
      </p:sp>
      <p:sp>
        <p:nvSpPr>
          <p:cNvPr id="4" name="image-text-copy-panel Layout"/>
          <p:cNvSpPr/>
          <p:nvPr/>
        </p:nvSpPr>
        <p:spPr>
          <a:xfrm>
            <a:off x="6610350" y="1466850"/>
            <a:ext cx="4895850" cy="4438650"/>
          </a:xfrm>
          <a:prstGeom prst="roundRect">
            <a:avLst>
              <a:gd name="adj" fmla="val 7296"/>
            </a:avLst>
          </a:prstGeom>
          <a:solidFill>
            <a:srgbClr val="FFFFFF">
              <a:alpha val="84000"/>
            </a:srgbClr>
          </a:solidFill>
          <a:ln w="19050">
            <a:solidFill>
              <a:srgbClr val="F1C9CC"/>
            </a:solidFill>
          </a:ln>
          <a:effectLst>
            <a:outerShdw blurRad="228600" dist="60241" dir="4293903" algn="tl" rotWithShape="0">
              <a:srgbClr val="851321">
                <a:alpha val="8250"/>
              </a:srgbClr>
            </a:outerShdw>
          </a:effectLst>
        </p:spPr>
      </p:sp>
      <p:sp>
        <p:nvSpPr>
          <p:cNvPr id="5" name="image-text-copy-rule Layout"/>
          <p:cNvSpPr/>
          <p:nvPr/>
        </p:nvSpPr>
        <p:spPr>
          <a:xfrm>
            <a:off x="6991350" y="2590800"/>
            <a:ext cx="895350" cy="76200"/>
          </a:xfrm>
          <a:prstGeom prst="roundRect">
            <a:avLst>
              <a:gd name="adj" fmla="val 50000"/>
            </a:avLst>
          </a:prstGeom>
          <a:solidFill>
            <a:srgbClr val="23AF69"/>
          </a:solidFill>
          <a:ln>
            <a:noFill/>
          </a:ln>
        </p:spPr>
      </p:sp>
      <p:sp>
        <p:nvSpPr>
          <p:cNvPr id="6" name="image-text-footer-rule Layout"/>
          <p:cNvSpPr/>
          <p:nvPr/>
        </p:nvSpPr>
        <p:spPr>
          <a:xfrm>
            <a:off x="685800" y="62865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9C9CC"/>
            </a:solidFill>
          </a:ln>
        </p:spPr>
      </p:sp>
      <p:pic>
        <p:nvPicPr>
          <p:cNvPr id="7" name="image-text-spring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171450"/>
            <a:ext cx="1428750" cy="1104900"/>
          </a:xfrm>
          <a:prstGeom prst="rect">
            <a:avLst/>
          </a:prstGeom>
        </p:spPr>
      </p:pic>
      <p:pic>
        <p:nvPicPr>
          <p:cNvPr id="8" name="image-text-rainbow Layout"/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171450" y="5473094"/>
            <a:ext cx="1028700" cy="769562"/>
          </a:xfrm>
          <a:prstGeom prst="rect">
            <a:avLst/>
          </a:prstGeom>
        </p:spPr>
      </p:pic>
      <p:sp>
        <p:nvSpPr>
          <p:cNvPr id="9" name="image-text-page-title-slot Placeholder"/>
          <p:cNvSpPr>
            <a:spLocks noGrp="1"/>
          </p:cNvSpPr>
          <p:nvPr>
            <p:ph type="title"/>
          </p:nvPr>
        </p:nvSpPr>
        <p:spPr>
          <a:xfrm>
            <a:off x="2419350" y="45720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250"/>
            </a:lvl1pPr>
          </a:lstStyle>
          <a:p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0" name="image-text-picture-slot Placeholder"/>
          <p:cNvSpPr>
            <a:spLocks noGrp="1"/>
          </p:cNvSpPr>
          <p:nvPr>
            <p:ph type="obj" idx="1"/>
          </p:nvPr>
        </p:nvSpPr>
        <p:spPr>
          <a:xfrm>
            <a:off x="685800" y="1466850"/>
            <a:ext cx="5619750" cy="44386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content</a:t>
            </a:r>
            <a:endParaRPr lang="en-US"/>
          </a:p>
        </p:txBody>
      </p:sp>
      <p:sp>
        <p:nvSpPr>
          <p:cNvPr id="11" name="image-text-copy-title-slot Placeholder"/>
          <p:cNvSpPr>
            <a:spLocks noGrp="1"/>
          </p:cNvSpPr>
          <p:nvPr>
            <p:ph type="body" idx="2"/>
          </p:nvPr>
        </p:nvSpPr>
        <p:spPr>
          <a:xfrm>
            <a:off x="6991350" y="1866900"/>
            <a:ext cx="40005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2250"/>
            </a:lvl1pPr>
          </a:lstStyle>
          <a:p>
            <a:pPr marL="0" indent="0">
              <a:buNone/>
            </a:pPr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2" name="image-text-copy-body-slot Placeholder"/>
          <p:cNvSpPr>
            <a:spLocks noGrp="1"/>
          </p:cNvSpPr>
          <p:nvPr>
            <p:ph type="body" idx="3"/>
          </p:nvPr>
        </p:nvSpPr>
        <p:spPr>
          <a:xfrm>
            <a:off x="6991350" y="2952750"/>
            <a:ext cx="4000500" cy="2266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80"/>
            </a:lvl1pPr>
          </a:lstStyle>
          <a:p>
            <a:pPr marL="0" indent="0">
              <a:buNone/>
            </a:pPr>
            <a:r>
              <a:rPr lang="en-US" sz="1580" dirty="0">
                <a:solidFill>
                  <a:srgbClr val="514C48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3" name="image-text-page-number-slot Placeholder"/>
          <p:cNvSpPr>
            <a:spLocks noGrp="1"/>
          </p:cNvSpPr>
          <p:nvPr>
            <p:ph type="sldNum" idx="4"/>
          </p:nvPr>
        </p:nvSpPr>
        <p:spPr>
          <a:xfrm>
            <a:off x="10668000" y="6400800"/>
            <a:ext cx="8382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50"/>
            </a:lvl1pPr>
          </a:lstStyle>
          <a:p>
            <a:fld id="{79B8FB25-ABA4-49AC-975B-8C731907A984}" type="slidenum"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Data KPI">
    <p:bg>
      <p:bgPr>
        <a:solidFill>
          <a:srgbClr val="FF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kicker-pill Layout"/>
          <p:cNvSpPr/>
          <p:nvPr/>
        </p:nvSpPr>
        <p:spPr>
          <a:xfrm>
            <a:off x="685800" y="361950"/>
            <a:ext cx="1295400" cy="476250"/>
          </a:xfrm>
          <a:prstGeom prst="roundRect">
            <a:avLst>
              <a:gd name="adj" fmla="val 50000"/>
            </a:avLst>
          </a:prstGeom>
          <a:solidFill>
            <a:srgbClr val="EA5E5D"/>
          </a:solidFill>
          <a:ln>
            <a:noFill/>
          </a:ln>
        </p:spPr>
      </p:sp>
      <p:sp>
        <p:nvSpPr>
          <p:cNvPr id="3" name="kpi-kicker Layout"/>
          <p:cNvSpPr txBox="1"/>
          <p:nvPr/>
        </p:nvSpPr>
        <p:spPr>
          <a:xfrm>
            <a:off x="1088014" y="546735"/>
            <a:ext cx="490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DATA</a:t>
            </a:r>
          </a:p>
        </p:txBody>
      </p:sp>
      <p:sp>
        <p:nvSpPr>
          <p:cNvPr id="4" name="kpi-card-1 Layout"/>
          <p:cNvSpPr/>
          <p:nvPr/>
        </p:nvSpPr>
        <p:spPr>
          <a:xfrm>
            <a:off x="685800" y="1200150"/>
            <a:ext cx="3333750" cy="1123950"/>
          </a:xfrm>
          <a:prstGeom prst="roundRect">
            <a:avLst>
              <a:gd name="adj" fmla="val 23729"/>
            </a:avLst>
          </a:prstGeom>
          <a:solidFill>
            <a:srgbClr val="FFFFFF"/>
          </a:solidFill>
          <a:ln w="19050">
            <a:solidFill>
              <a:srgbClr val="F1C9CC"/>
            </a:solidFill>
          </a:ln>
          <a:effectLst>
            <a:outerShdw blurRad="190500" dist="51294" dir="4091915" algn="tl" rotWithShape="0">
              <a:srgbClr val="851321">
                <a:alpha val="7500"/>
              </a:srgbClr>
            </a:outerShdw>
          </a:effectLst>
        </p:spPr>
      </p:sp>
      <p:sp>
        <p:nvSpPr>
          <p:cNvPr id="5" name="kpi-card-2 Layout"/>
          <p:cNvSpPr/>
          <p:nvPr/>
        </p:nvSpPr>
        <p:spPr>
          <a:xfrm>
            <a:off x="4429125" y="1200150"/>
            <a:ext cx="3333750" cy="1123950"/>
          </a:xfrm>
          <a:prstGeom prst="roundRect">
            <a:avLst>
              <a:gd name="adj" fmla="val 23729"/>
            </a:avLst>
          </a:prstGeom>
          <a:solidFill>
            <a:srgbClr val="FFFFFF"/>
          </a:solidFill>
          <a:ln w="19050">
            <a:solidFill>
              <a:srgbClr val="BEE8D1"/>
            </a:solidFill>
          </a:ln>
          <a:effectLst>
            <a:outerShdw blurRad="190500" dist="51294" dir="4091915" algn="tl" rotWithShape="0">
              <a:srgbClr val="851321">
                <a:alpha val="7500"/>
              </a:srgbClr>
            </a:outerShdw>
          </a:effectLst>
        </p:spPr>
      </p:sp>
      <p:sp>
        <p:nvSpPr>
          <p:cNvPr id="6" name="kpi-card-3 Layout"/>
          <p:cNvSpPr/>
          <p:nvPr/>
        </p:nvSpPr>
        <p:spPr>
          <a:xfrm>
            <a:off x="8172450" y="1200150"/>
            <a:ext cx="3333750" cy="1123950"/>
          </a:xfrm>
          <a:prstGeom prst="roundRect">
            <a:avLst>
              <a:gd name="adj" fmla="val 23729"/>
            </a:avLst>
          </a:prstGeom>
          <a:solidFill>
            <a:srgbClr val="FFFFFF"/>
          </a:solidFill>
          <a:ln w="19050">
            <a:solidFill>
              <a:srgbClr val="F1C9CC"/>
            </a:solidFill>
          </a:ln>
          <a:effectLst>
            <a:outerShdw blurRad="190500" dist="51294" dir="4091915" algn="tl" rotWithShape="0">
              <a:srgbClr val="851321">
                <a:alpha val="7500"/>
              </a:srgbClr>
            </a:outerShdw>
          </a:effectLst>
        </p:spPr>
      </p:sp>
      <p:sp>
        <p:nvSpPr>
          <p:cNvPr id="7" name="kpi-dot-1 Layout"/>
          <p:cNvSpPr/>
          <p:nvPr/>
        </p:nvSpPr>
        <p:spPr>
          <a:xfrm>
            <a:off x="876300" y="1390650"/>
            <a:ext cx="228600" cy="228600"/>
          </a:xfrm>
          <a:prstGeom prst="ellipse">
            <a:avLst/>
          </a:prstGeom>
          <a:solidFill>
            <a:srgbClr val="EA5756"/>
          </a:solidFill>
          <a:ln>
            <a:noFill/>
          </a:ln>
        </p:spPr>
      </p:sp>
      <p:sp>
        <p:nvSpPr>
          <p:cNvPr id="8" name="kpi-dot-2 Layout"/>
          <p:cNvSpPr/>
          <p:nvPr/>
        </p:nvSpPr>
        <p:spPr>
          <a:xfrm>
            <a:off x="4619625" y="1390650"/>
            <a:ext cx="228600" cy="228600"/>
          </a:xfrm>
          <a:prstGeom prst="ellipse">
            <a:avLst/>
          </a:prstGeom>
          <a:solidFill>
            <a:srgbClr val="23AF69"/>
          </a:solidFill>
          <a:ln>
            <a:noFill/>
          </a:ln>
        </p:spPr>
      </p:sp>
      <p:sp>
        <p:nvSpPr>
          <p:cNvPr id="9" name="kpi-dot-3 Layout"/>
          <p:cNvSpPr/>
          <p:nvPr/>
        </p:nvSpPr>
        <p:spPr>
          <a:xfrm>
            <a:off x="8362950" y="1390650"/>
            <a:ext cx="228600" cy="228600"/>
          </a:xfrm>
          <a:prstGeom prst="ellipse">
            <a:avLst/>
          </a:prstGeom>
          <a:solidFill>
            <a:srgbClr val="EA5756"/>
          </a:solidFill>
          <a:ln>
            <a:noFill/>
          </a:ln>
        </p:spPr>
      </p:sp>
      <p:sp>
        <p:nvSpPr>
          <p:cNvPr id="10" name="kpi-takeaway-pill Layout"/>
          <p:cNvSpPr/>
          <p:nvPr/>
        </p:nvSpPr>
        <p:spPr>
          <a:xfrm>
            <a:off x="7467600" y="5791200"/>
            <a:ext cx="4038600" cy="400050"/>
          </a:xfrm>
          <a:prstGeom prst="roundRect">
            <a:avLst>
              <a:gd name="adj" fmla="val 50000"/>
            </a:avLst>
          </a:prstGeom>
          <a:solidFill>
            <a:srgbClr val="23AF69"/>
          </a:solidFill>
          <a:ln>
            <a:noFill/>
          </a:ln>
        </p:spPr>
      </p:sp>
      <p:sp>
        <p:nvSpPr>
          <p:cNvPr id="11" name="kpi-footer-rule Layout"/>
          <p:cNvSpPr/>
          <p:nvPr/>
        </p:nvSpPr>
        <p:spPr>
          <a:xfrm>
            <a:off x="685800" y="63627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9C9CC"/>
            </a:solidFill>
          </a:ln>
        </p:spPr>
      </p:sp>
      <p:pic>
        <p:nvPicPr>
          <p:cNvPr id="12" name="kpi-gold-spark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050" y="304800"/>
            <a:ext cx="704850" cy="704850"/>
          </a:xfrm>
          <a:prstGeom prst="rect">
            <a:avLst/>
          </a:prstGeom>
        </p:spPr>
      </p:pic>
      <p:sp>
        <p:nvSpPr>
          <p:cNvPr id="13" name="kpi-page-title-slot Placeholder"/>
          <p:cNvSpPr>
            <a:spLocks noGrp="1"/>
          </p:cNvSpPr>
          <p:nvPr>
            <p:ph type="title"/>
          </p:nvPr>
        </p:nvSpPr>
        <p:spPr>
          <a:xfrm>
            <a:off x="2266950" y="41910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250"/>
            </a:lvl1pPr>
          </a:lstStyle>
          <a:p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4" name="kpi-value-1-slot Placeholder"/>
          <p:cNvSpPr>
            <a:spLocks noGrp="1"/>
          </p:cNvSpPr>
          <p:nvPr>
            <p:ph type="body" idx="1"/>
          </p:nvPr>
        </p:nvSpPr>
        <p:spPr>
          <a:xfrm>
            <a:off x="990600" y="1543050"/>
            <a:ext cx="27241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3000"/>
            </a:lvl1pPr>
          </a:lstStyle>
          <a:p>
            <a:pPr marL="0" indent="0">
              <a:buNone/>
            </a:pPr>
            <a:r>
              <a:rPr lang="en-US" sz="3000" b="1" dirty="0">
                <a:solidFill>
                  <a:srgbClr val="EA5756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5" name="kpi-value-2-slot Placeholder"/>
          <p:cNvSpPr>
            <a:spLocks noGrp="1"/>
          </p:cNvSpPr>
          <p:nvPr>
            <p:ph type="body" idx="2"/>
          </p:nvPr>
        </p:nvSpPr>
        <p:spPr>
          <a:xfrm>
            <a:off x="4733925" y="1543050"/>
            <a:ext cx="27241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3000"/>
            </a:lvl1pPr>
          </a:lstStyle>
          <a:p>
            <a:pPr marL="0" indent="0">
              <a:buNone/>
            </a:pPr>
            <a:r>
              <a:rPr lang="en-US" sz="3000" b="1" dirty="0">
                <a:solidFill>
                  <a:srgbClr val="23AF69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6" name="kpi-value-3-slot Placeholder"/>
          <p:cNvSpPr>
            <a:spLocks noGrp="1"/>
          </p:cNvSpPr>
          <p:nvPr>
            <p:ph type="body" idx="3"/>
          </p:nvPr>
        </p:nvSpPr>
        <p:spPr>
          <a:xfrm>
            <a:off x="8477250" y="1543050"/>
            <a:ext cx="27241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3000"/>
            </a:lvl1pPr>
          </a:lstStyle>
          <a:p>
            <a:pPr marL="0" indent="0">
              <a:buNone/>
            </a:pPr>
            <a:r>
              <a:rPr lang="en-US" sz="3000" b="1" dirty="0">
                <a:solidFill>
                  <a:srgbClr val="EA5756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7" name="kpi-chart-slot Placeholder"/>
          <p:cNvSpPr>
            <a:spLocks noGrp="1"/>
          </p:cNvSpPr>
          <p:nvPr>
            <p:ph type="obj" idx="4"/>
          </p:nvPr>
        </p:nvSpPr>
        <p:spPr>
          <a:xfrm>
            <a:off x="685800" y="2590800"/>
            <a:ext cx="10820400" cy="2952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content</a:t>
            </a:r>
            <a:endParaRPr lang="en-US"/>
          </a:p>
        </p:txBody>
      </p:sp>
      <p:sp>
        <p:nvSpPr>
          <p:cNvPr id="18" name="kpi-takeaway-slot Placeholder"/>
          <p:cNvSpPr>
            <a:spLocks noGrp="1"/>
          </p:cNvSpPr>
          <p:nvPr>
            <p:ph type="body" idx="5"/>
          </p:nvPr>
        </p:nvSpPr>
        <p:spPr>
          <a:xfrm>
            <a:off x="7677150" y="5867400"/>
            <a:ext cx="3619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80"/>
            </a:lvl1pPr>
          </a:lstStyle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  <p:sp>
        <p:nvSpPr>
          <p:cNvPr id="19" name="kpi-page-number-slot Placeholder"/>
          <p:cNvSpPr>
            <a:spLocks noGrp="1"/>
          </p:cNvSpPr>
          <p:nvPr>
            <p:ph type="sldNum" idx="6"/>
          </p:nvPr>
        </p:nvSpPr>
        <p:spPr>
          <a:xfrm>
            <a:off x="10668000" y="64389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050"/>
            </a:lvl1pPr>
          </a:lstStyle>
          <a:p>
            <a:fld id="{33397491-C727-4673-BAA3-4ECB40E0B7BC}" type="slidenum"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oung Closing">
    <p:bg>
      <p:bgPr>
        <a:solidFill>
          <a:srgbClr val="EA5756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main-panel Layout"/>
          <p:cNvSpPr/>
          <p:nvPr/>
        </p:nvSpPr>
        <p:spPr>
          <a:xfrm>
            <a:off x="552450" y="666750"/>
            <a:ext cx="11410950" cy="6019800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FFF2F3"/>
              </a:gs>
              <a:gs pos="100000">
                <a:srgbClr val="FFFCF1"/>
              </a:gs>
            </a:gsLst>
            <a:lin ang="2700000" scaled="1"/>
          </a:gradFill>
          <a:ln>
            <a:noFill/>
          </a:ln>
          <a:effectLst>
            <a:outerShdw blurRad="342900" dist="85194" dir="3806096" algn="tl" rotWithShape="0">
              <a:srgbClr val="851321">
                <a:alpha val="13500"/>
              </a:srgbClr>
            </a:outerShdw>
          </a:effectLst>
        </p:spPr>
      </p:sp>
      <p:sp>
        <p:nvSpPr>
          <p:cNvPr id="3" name="ending-thanks-pill Layout"/>
          <p:cNvSpPr/>
          <p:nvPr/>
        </p:nvSpPr>
        <p:spPr>
          <a:xfrm>
            <a:off x="4019550" y="2952750"/>
            <a:ext cx="4800600" cy="990600"/>
          </a:xfrm>
          <a:prstGeom prst="roundRect">
            <a:avLst>
              <a:gd name="adj" fmla="val 50000"/>
            </a:avLst>
          </a:prstGeom>
          <a:solidFill>
            <a:srgbClr val="23AF69"/>
          </a:solidFill>
          <a:ln>
            <a:noFill/>
          </a:ln>
        </p:spPr>
      </p:sp>
      <p:pic>
        <p:nvPicPr>
          <p:cNvPr id="4" name="ending-ribbon-top Layout"/>
          <p:cNvPicPr>
            <a:picLocks noChangeAspect="1"/>
          </p:cNvPicPr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1066800" y="-819150"/>
            <a:ext cx="5905500" cy="4305300"/>
          </a:xfrm>
          <a:prstGeom prst="rect">
            <a:avLst/>
          </a:prstGeom>
        </p:spPr>
      </p:pic>
      <p:pic>
        <p:nvPicPr>
          <p:cNvPr id="5" name="ending-ribbon-bottom Layout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7239000" y="3238500"/>
            <a:ext cx="5905500" cy="4305300"/>
          </a:xfrm>
          <a:prstGeom prst="rect">
            <a:avLst/>
          </a:prstGeom>
        </p:spPr>
      </p:pic>
      <p:pic>
        <p:nvPicPr>
          <p:cNvPr id="6" name="ending-flower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143250"/>
            <a:ext cx="2724150" cy="4838700"/>
          </a:xfrm>
          <a:prstGeom prst="rect">
            <a:avLst/>
          </a:prstGeom>
        </p:spPr>
      </p:pic>
      <p:pic>
        <p:nvPicPr>
          <p:cNvPr id="7" name="ending-spring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684" y="895350"/>
            <a:ext cx="1880082" cy="1447800"/>
          </a:xfrm>
          <a:prstGeom prst="rect">
            <a:avLst/>
          </a:prstGeom>
        </p:spPr>
      </p:pic>
      <p:pic>
        <p:nvPicPr>
          <p:cNvPr id="8" name="ending-jelly Lay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5471832"/>
            <a:ext cx="1028700" cy="1038785"/>
          </a:xfrm>
          <a:prstGeom prst="rect">
            <a:avLst/>
          </a:prstGeom>
        </p:spPr>
      </p:pic>
      <p:pic>
        <p:nvPicPr>
          <p:cNvPr id="9" name="ending-spark-small Layou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123950"/>
            <a:ext cx="400050" cy="409575"/>
          </a:xfrm>
          <a:prstGeom prst="rect">
            <a:avLst/>
          </a:prstGeom>
        </p:spPr>
      </p:pic>
      <p:pic>
        <p:nvPicPr>
          <p:cNvPr id="10" name="ending-spark-large Layou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609600"/>
            <a:ext cx="723900" cy="752475"/>
          </a:xfrm>
          <a:prstGeom prst="rect">
            <a:avLst/>
          </a:prstGeom>
        </p:spPr>
      </p:pic>
      <p:pic>
        <p:nvPicPr>
          <p:cNvPr id="11" name="ending-faded-emblem Layout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267200" y="1123950"/>
            <a:ext cx="4324350" cy="1295400"/>
          </a:xfrm>
          <a:prstGeom prst="rect">
            <a:avLst/>
          </a:prstGeom>
        </p:spPr>
      </p:pic>
      <p:sp>
        <p:nvSpPr>
          <p:cNvPr id="12" name="ending-title-slot Placeholder"/>
          <p:cNvSpPr>
            <a:spLocks noGrp="1"/>
          </p:cNvSpPr>
          <p:nvPr>
            <p:ph type="title"/>
          </p:nvPr>
        </p:nvSpPr>
        <p:spPr>
          <a:xfrm>
            <a:off x="4438650" y="3143250"/>
            <a:ext cx="39624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Click to add title</a:t>
            </a:r>
            <a:endParaRPr lang="en-US"/>
          </a:p>
        </p:txBody>
      </p:sp>
      <p:sp>
        <p:nvSpPr>
          <p:cNvPr id="13" name="ending-subtitle-slot Placeholder"/>
          <p:cNvSpPr>
            <a:spLocks noGrp="1"/>
          </p:cNvSpPr>
          <p:nvPr>
            <p:ph type="subTitle" idx="1"/>
          </p:nvPr>
        </p:nvSpPr>
        <p:spPr>
          <a:xfrm>
            <a:off x="3714750" y="4248150"/>
            <a:ext cx="54102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720"/>
            </a:lvl1pPr>
          </a:lstStyle>
          <a:p>
            <a:pPr marL="0" indent="0">
              <a:buNone/>
            </a:pPr>
            <a:r>
              <a:rPr lang="en-US" sz="1720" dirty="0">
                <a:solidFill>
                  <a:srgbClr val="514C48"/>
                </a:solidFill>
                <a:latin typeface="Cambria"/>
                <a:ea typeface="Cambria"/>
                <a:cs typeface="Cambria"/>
              </a:rPr>
              <a:t>Click to add subtitle</a:t>
            </a:r>
            <a:endParaRPr lang="en-US"/>
          </a:p>
        </p:txBody>
      </p:sp>
      <p:sp>
        <p:nvSpPr>
          <p:cNvPr id="14" name="ending-contact-slot Placeholder"/>
          <p:cNvSpPr>
            <a:spLocks noGrp="1"/>
          </p:cNvSpPr>
          <p:nvPr>
            <p:ph type="body" idx="2"/>
          </p:nvPr>
        </p:nvSpPr>
        <p:spPr>
          <a:xfrm>
            <a:off x="4095750" y="485775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b="1" dirty="0">
                <a:solidFill>
                  <a:srgbClr val="EA5756"/>
                </a:solidFill>
                <a:latin typeface="Cambria"/>
                <a:ea typeface="Cambria"/>
                <a:cs typeface="Cambria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  <Relationship Id="rId18" Type="http://schemas.openxmlformats.org/officeDocument/2006/relationships/slideLayout" Target="../slideLayouts/slideLayout17.xml"/>
  <Relationship Id="rId19" Type="http://schemas.openxmlformats.org/officeDocument/2006/relationships/slideLayout" Target="../slideLayouts/slideLayout18.xml"/>
  <Relationship Id="rId20" Type="http://schemas.openxmlformats.org/officeDocument/2006/relationships/slideLayout" Target="../slideLayouts/slideLayout19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herry Studio Young"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580"/>
      </a:defPPr>
      <a:lvl1pPr marL="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1513cd11b6b747aa.png"/>
  <Relationship Id="rId3" Type="http://schemas.openxmlformats.org/officeDocument/2006/relationships/image" Target="../media/image_584d1f37c062ff46.svg"/>
  <Relationship Id="rId4" Type="http://schemas.openxmlformats.org/officeDocument/2006/relationships/image" Target="../media/image_c334486e66d7353d.png"/>
  <Relationship Id="rId5" Type="http://schemas.openxmlformats.org/officeDocument/2006/relationships/image" Target="../media/image_1c7292c39aa88802.png"/>
  <Relationship Id="rId6" Type="http://schemas.openxmlformats.org/officeDocument/2006/relationships/image" Target="../media/image_97457d8000681565.png"/>
  <Relationship Id="rId7" Type="http://schemas.openxmlformats.org/officeDocument/2006/relationships/image" Target="../media/image_e60f62489c07cffb.png"/>
  <Relationship Id="rId8" Type="http://schemas.openxmlformats.org/officeDocument/2006/relationships/image" Target="../media/image_01faf83601a6193b.png"/>
  <Relationship Id="rId9" Type="http://schemas.openxmlformats.org/officeDocument/2006/relationships/image" Target="../media/image_a60e2ca63f00f02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0a24f07f581c0e28.png"/>
  <Relationship Id="rId3" Type="http://schemas.openxmlformats.org/officeDocument/2006/relationships/image" Target="../media/image_a60e2ca63f00f028.png"/>
  <Relationship Id="rId4" Type="http://schemas.openxmlformats.org/officeDocument/2006/relationships/image" Target="../media/image_43f0e7427eb287a9.png"/>
  <Relationship Id="rId5" Type="http://schemas.openxmlformats.org/officeDocument/2006/relationships/image" Target="../media/image_618b1c0f5e8a5500.png"/>
  <Relationship Id="rId6" Type="http://schemas.openxmlformats.org/officeDocument/2006/relationships/image" Target="../media/image_584d1f37c062ff46.sv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5ae9736167339874.svg"/>
  <Relationship Id="rId3" Type="http://schemas.openxmlformats.org/officeDocument/2006/relationships/image" Target="../media/image_43f0e7427eb287a9.png"/>
  <Relationship Id="rId4" Type="http://schemas.openxmlformats.org/officeDocument/2006/relationships/image" Target="../media/image_0a24f07f581c0e28.png"/>
  <Relationship Id="rId5" Type="http://schemas.openxmlformats.org/officeDocument/2006/relationships/image" Target="../media/image_7bf867244060815f.png"/>
  <Relationship Id="rId6" Type="http://schemas.openxmlformats.org/officeDocument/2006/relationships/image" Target="../media/image_12691fe571779603.png"/>
  <Relationship Id="rId7" Type="http://schemas.openxmlformats.org/officeDocument/2006/relationships/image" Target="../media/image_618b1c0f5e8a5500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43f0e7427eb287a9.png"/>
  <Relationship Id="rId3" Type="http://schemas.openxmlformats.org/officeDocument/2006/relationships/image" Target="../media/image_a60e2ca63f00f028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0a24f07f581c0e28.png"/>
  <Relationship Id="rId3" Type="http://schemas.openxmlformats.org/officeDocument/2006/relationships/image" Target="../media/image_618b1c0f5e8a5500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  <Relationship Id="rId2" Type="http://schemas.openxmlformats.org/officeDocument/2006/relationships/image" Target="../media/image_43f0e7427eb287a9.png"/>
  <Relationship Id="rId3" Type="http://schemas.openxmlformats.org/officeDocument/2006/relationships/image" Target="../media/image_1c7292c39aa88802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8.xml"/>
  <Relationship Id="rId2" Type="http://schemas.openxmlformats.org/officeDocument/2006/relationships/image" Target="../media/image_97457d8000681565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9.xml"/>
  <Relationship Id="rId2" Type="http://schemas.openxmlformats.org/officeDocument/2006/relationships/image" Target="../media/image_7bf867244060815f.png"/>
  <Relationship Id="rId3" Type="http://schemas.openxmlformats.org/officeDocument/2006/relationships/image" Target="../media/image_7bf867244060815f.png"/>
  <Relationship Id="rId4" Type="http://schemas.openxmlformats.org/officeDocument/2006/relationships/image" Target="../media/image_0a24f07f581c0e28.png"/>
  <Relationship Id="rId5" Type="http://schemas.openxmlformats.org/officeDocument/2006/relationships/image" Target="../media/image_43f0e7427eb287a9.png"/>
  <Relationship Id="rId6" Type="http://schemas.openxmlformats.org/officeDocument/2006/relationships/image" Target="../media/image_a60e2ca63f00f028.png"/>
  <Relationship Id="rId7" Type="http://schemas.openxmlformats.org/officeDocument/2006/relationships/image" Target="../media/image_12691fe571779603.png"/>
  <Relationship Id="rId8" Type="http://schemas.openxmlformats.org/officeDocument/2006/relationships/image" Target="../media/image_618b1c0f5e8a5500.png"/>
  <Relationship Id="rId9" Type="http://schemas.openxmlformats.org/officeDocument/2006/relationships/image" Target="../media/image_584d1f37c062ff46.svg"/>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ver-title-slot Placeholder Carrier"/>
          <p:cNvSpPr txBox="1"/>
          <p:nvPr>
            <p:ph type="title"/>
          </p:nvPr>
        </p:nvSpPr>
        <p:spPr>
          <a:xfrm>
            <a:off x="4543440" y="2849880"/>
            <a:ext cx="310512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{{TITLE}}</a:t>
            </a:r>
          </a:p>
        </p:txBody>
      </p:sp>
      <p:sp>
        <p:nvSpPr>
          <p:cNvPr id="17" name="cover-subtitle-slot Placeholder Carrier"/>
          <p:cNvSpPr txBox="1"/>
          <p:nvPr>
            <p:ph type="subTitle" idx="1"/>
          </p:nvPr>
        </p:nvSpPr>
        <p:spPr>
          <a:xfrm>
            <a:off x="5265801" y="3476625"/>
            <a:ext cx="16603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dirty="0">
                <a:solidFill>
                  <a:srgbClr val="FFEFEF"/>
                </a:solidFill>
                <a:latin typeface="Cambria"/>
                <a:ea typeface="Cambria"/>
                <a:cs typeface="Cambria"/>
              </a:rPr>
              <a:t>{{SUBTITLE}}</a:t>
            </a:r>
          </a:p>
        </p:txBody>
      </p:sp>
      <p:sp>
        <p:nvSpPr>
          <p:cNvPr id="19" name="cover-author-slot Placeholder Carrier"/>
          <p:cNvSpPr txBox="1"/>
          <p:nvPr>
            <p:ph type="body" idx="2"/>
          </p:nvPr>
        </p:nvSpPr>
        <p:spPr>
          <a:xfrm>
            <a:off x="3506471" y="4520089"/>
            <a:ext cx="13309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{{AUTHOR}}</a:t>
            </a:r>
          </a:p>
        </p:txBody>
      </p:sp>
      <p:sp>
        <p:nvSpPr>
          <p:cNvPr id="21" name="cover-date-slot Placeholder Carrier"/>
          <p:cNvSpPr txBox="1"/>
          <p:nvPr>
            <p:ph type="dt" idx="3"/>
          </p:nvPr>
        </p:nvSpPr>
        <p:spPr>
          <a:xfrm>
            <a:off x="7619169" y="4520089"/>
            <a:ext cx="1030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number-slot Placeholder Carrier"/>
          <p:cNvSpPr txBox="1"/>
          <p:nvPr>
            <p:ph type="body" idx="1"/>
          </p:nvPr>
        </p:nvSpPr>
        <p:spPr>
          <a:xfrm>
            <a:off x="2583439" y="2470785"/>
            <a:ext cx="2453122" cy="281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4700" b="1" dirty="0">
                <a:solidFill>
                  <a:srgbClr val="EA5756">
                    <a:alphaMod val="28000"/>
                  </a:srgbClr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15" name="section-title-slot Placeholder Carrier"/>
          <p:cNvSpPr txBox="1"/>
          <p:nvPr>
            <p:ph type="title"/>
          </p:nvPr>
        </p:nvSpPr>
        <p:spPr>
          <a:xfrm>
            <a:off x="4933950" y="2738438"/>
            <a:ext cx="6226874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7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{{CHAPTER_TITLE}}</a:t>
            </a:r>
          </a:p>
        </p:txBody>
      </p:sp>
      <p:sp>
        <p:nvSpPr>
          <p:cNvPr id="17" name="section-subtitle-slot Placeholder Carrier"/>
          <p:cNvSpPr txBox="1"/>
          <p:nvPr>
            <p:ph type="subTitle" idx="2"/>
          </p:nvPr>
        </p:nvSpPr>
        <p:spPr>
          <a:xfrm>
            <a:off x="4943856" y="3768090"/>
            <a:ext cx="33604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6C665F"/>
                </a:solidFill>
                <a:latin typeface="Cambria"/>
                <a:ea typeface="Cambria"/>
                <a:cs typeface="Cambria"/>
              </a:rPr>
              <a:t>{{CHAPTER_SUBTITLE}}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genda-item-1-slot Placeholder Carrier"/>
          <p:cNvSpPr txBox="1"/>
          <p:nvPr>
            <p:ph type="body" idx="1"/>
          </p:nvPr>
        </p:nvSpPr>
        <p:spPr>
          <a:xfrm>
            <a:off x="6715125" y="1254919"/>
            <a:ext cx="268838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{{TOC_ITEM_1}}</a:t>
            </a:r>
          </a:p>
        </p:txBody>
      </p:sp>
      <p:sp>
        <p:nvSpPr>
          <p:cNvPr id="24" name="agenda-item-2-slot Placeholder Carrier"/>
          <p:cNvSpPr txBox="1"/>
          <p:nvPr>
            <p:ph type="body" idx="2"/>
          </p:nvPr>
        </p:nvSpPr>
        <p:spPr>
          <a:xfrm>
            <a:off x="6715125" y="2245519"/>
            <a:ext cx="268838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{{TOC_ITEM_2}}</a:t>
            </a:r>
          </a:p>
        </p:txBody>
      </p:sp>
      <p:sp>
        <p:nvSpPr>
          <p:cNvPr id="26" name="agenda-item-3-slot Placeholder Carrier"/>
          <p:cNvSpPr txBox="1"/>
          <p:nvPr>
            <p:ph type="body" idx="3"/>
          </p:nvPr>
        </p:nvSpPr>
        <p:spPr>
          <a:xfrm>
            <a:off x="6715125" y="3236119"/>
            <a:ext cx="268838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{{TOC_ITEM_3}}</a:t>
            </a:r>
          </a:p>
        </p:txBody>
      </p:sp>
      <p:sp>
        <p:nvSpPr>
          <p:cNvPr id="28" name="agenda-item-4-slot Placeholder Carrier"/>
          <p:cNvSpPr txBox="1"/>
          <p:nvPr>
            <p:ph type="body" idx="4"/>
          </p:nvPr>
        </p:nvSpPr>
        <p:spPr>
          <a:xfrm>
            <a:off x="6715125" y="4226719"/>
            <a:ext cx="268838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{{TOC_ITEM_4}}</a:t>
            </a:r>
          </a:p>
        </p:txBody>
      </p:sp>
      <p:sp>
        <p:nvSpPr>
          <p:cNvPr id="30" name="agenda-item-5-slot Placeholder Carrier"/>
          <p:cNvSpPr txBox="1"/>
          <p:nvPr>
            <p:ph type="body" idx="5"/>
          </p:nvPr>
        </p:nvSpPr>
        <p:spPr>
          <a:xfrm>
            <a:off x="6715125" y="5217319"/>
            <a:ext cx="268838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{{TOC_ITEM_5}}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-section-slot Placeholder Carrier"/>
          <p:cNvSpPr txBox="1"/>
          <p:nvPr>
            <p:ph type="body" idx="1"/>
          </p:nvPr>
        </p:nvSpPr>
        <p:spPr>
          <a:xfrm>
            <a:off x="440575" y="606742"/>
            <a:ext cx="22049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{{SECTION_NAME}}</a:t>
            </a:r>
          </a:p>
        </p:txBody>
      </p:sp>
      <p:sp>
        <p:nvSpPr>
          <p:cNvPr id="10" name="content-title-slot Placeholder Carrier"/>
          <p:cNvSpPr txBox="1"/>
          <p:nvPr>
            <p:ph type="title"/>
          </p:nvPr>
        </p:nvSpPr>
        <p:spPr>
          <a:xfrm>
            <a:off x="2713482" y="535305"/>
            <a:ext cx="285865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{{PAGE_TITLE}}</a:t>
            </a:r>
          </a:p>
        </p:txBody>
      </p:sp>
      <p:grpSp>
        <p:nvGrpSpPr>
          <p:cNvPr id="14" name="content-area-slot Proxy Content"/>
          <p:cNvGrpSpPr/>
          <p:nvPr/>
        </p:nvGrpSpPr>
        <p:grpSpPr>
          <a:xfrm>
            <a:off x="685800" y="1200150"/>
            <a:ext cx="10820400" cy="4800600"/>
            <a:chOff x="685800" y="1200150"/>
            <a:chExt cx="10820400" cy="4800600"/>
          </a:xfrm>
        </p:grpSpPr>
        <p:sp>
          <p:nvSpPr>
            <p:cNvPr id="12" name="Rectangle 12"/>
            <p:cNvSpPr/>
            <p:nvPr/>
          </p:nvSpPr>
          <p:spPr>
            <a:xfrm>
              <a:off x="685800" y="1200150"/>
              <a:ext cx="10820400" cy="4800600"/>
            </a:xfrm>
            <a:prstGeom prst="roundRect">
              <a:avLst>
                <a:gd name="adj" fmla="val 6746"/>
              </a:avLst>
            </a:prstGeom>
            <a:solidFill>
              <a:srgbClr val="FFFCF1"/>
            </a:solidFill>
            <a:ln w="19050">
              <a:solidFill>
                <a:srgbClr val="F1C9CC"/>
              </a:solidFill>
              <a:custDash>
                <a:ds d="500000" sp="500000"/>
              </a:custDash>
            </a:ln>
            <a:effectLst>
              <a:outerShdw blurRad="228600" dist="60241" dir="4293903" algn="tl" rotWithShape="0">
                <a:srgbClr val="851321">
                  <a:alpha val="90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4687824" y="3482340"/>
              <a:ext cx="2816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B9A7A3"/>
                  </a:solidFill>
                  <a:latin typeface="Cambria"/>
                  <a:ea typeface="Cambria"/>
                  <a:cs typeface="Cambria"/>
                </a:rPr>
                <a:t>{{CONTENT_AREA}}</a:t>
              </a:r>
            </a:p>
          </p:txBody>
        </p:sp>
      </p:grpSp>
      <p:sp>
        <p:nvSpPr>
          <p:cNvPr id="15" name="content-source-slot Placeholder Carrier"/>
          <p:cNvSpPr txBox="1"/>
          <p:nvPr>
            <p:ph type="ftr" idx="3"/>
          </p:nvPr>
        </p:nvSpPr>
        <p:spPr>
          <a:xfrm>
            <a:off x="680466" y="6477952"/>
            <a:ext cx="10443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{{SOURCE}}</a:t>
            </a:r>
          </a:p>
        </p:txBody>
      </p:sp>
      <p:sp>
        <p:nvSpPr>
          <p:cNvPr id="17" name="content-page-number-slot Placeholder Carrier"/>
          <p:cNvSpPr txBox="1"/>
          <p:nvPr>
            <p:ph type="sldNum" idx="4"/>
          </p:nvPr>
        </p:nvSpPr>
        <p:spPr>
          <a:xfrm>
            <a:off x="10267645" y="6477952"/>
            <a:ext cx="1243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{{PAGE_NUM}}</a:t>
            </a:r>
          </a:p>
        </p:txBody>
      </p:sp>
      <p:sp>
        <p:nvSpPr>
          <p:cNvPr id="18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685800" y="1200150"/>
            <a:ext cx="10820400" cy="4800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wo-col-page-title-slot Placeholder Carrier"/>
          <p:cNvSpPr txBox="1"/>
          <p:nvPr>
            <p:ph type="title"/>
          </p:nvPr>
        </p:nvSpPr>
        <p:spPr>
          <a:xfrm>
            <a:off x="2407920" y="519112"/>
            <a:ext cx="30628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{{PAGE_TITLE}}</a:t>
            </a:r>
          </a:p>
        </p:txBody>
      </p:sp>
      <p:sp>
        <p:nvSpPr>
          <p:cNvPr id="14" name="two-col-left-title-slot Placeholder Carrier"/>
          <p:cNvSpPr txBox="1"/>
          <p:nvPr>
            <p:ph type="body" idx="1"/>
          </p:nvPr>
        </p:nvSpPr>
        <p:spPr>
          <a:xfrm>
            <a:off x="909948" y="1921192"/>
            <a:ext cx="18377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{{LEFT_TITLE}}</a:t>
            </a:r>
          </a:p>
        </p:txBody>
      </p:sp>
      <p:sp>
        <p:nvSpPr>
          <p:cNvPr id="16" name="two-col-left-body-slot Placeholder Carrier"/>
          <p:cNvSpPr txBox="1"/>
          <p:nvPr>
            <p:ph type="body" idx="2"/>
          </p:nvPr>
        </p:nvSpPr>
        <p:spPr>
          <a:xfrm>
            <a:off x="1058418" y="2546032"/>
            <a:ext cx="21114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{{LEFT_BODY}}</a:t>
            </a:r>
          </a:p>
        </p:txBody>
      </p:sp>
      <p:sp>
        <p:nvSpPr>
          <p:cNvPr id="18" name="two-col-right-title-slot Placeholder Carrier"/>
          <p:cNvSpPr txBox="1"/>
          <p:nvPr>
            <p:ph type="body" idx="3"/>
          </p:nvPr>
        </p:nvSpPr>
        <p:spPr>
          <a:xfrm>
            <a:off x="6435823" y="1921192"/>
            <a:ext cx="19111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{{RIGHT_TITLE}}</a:t>
            </a:r>
          </a:p>
        </p:txBody>
      </p:sp>
      <p:sp>
        <p:nvSpPr>
          <p:cNvPr id="20" name="two-col-right-body-slot Placeholder Carrier"/>
          <p:cNvSpPr txBox="1"/>
          <p:nvPr>
            <p:ph type="body" idx="4"/>
          </p:nvPr>
        </p:nvSpPr>
        <p:spPr>
          <a:xfrm>
            <a:off x="6621018" y="2546032"/>
            <a:ext cx="21969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{{RIGHT_BODY}}</a:t>
            </a:r>
          </a:p>
        </p:txBody>
      </p:sp>
      <p:sp>
        <p:nvSpPr>
          <p:cNvPr id="22" name="two-col-page-number-slot Placeholder Carrier"/>
          <p:cNvSpPr txBox="1"/>
          <p:nvPr>
            <p:ph type="sldNum" idx="5"/>
          </p:nvPr>
        </p:nvSpPr>
        <p:spPr>
          <a:xfrm>
            <a:off x="10267645" y="6477952"/>
            <a:ext cx="1243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{{PAGE_NUM}}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-text-page-title-slot Placeholder Carrier"/>
          <p:cNvSpPr txBox="1"/>
          <p:nvPr>
            <p:ph type="title"/>
          </p:nvPr>
        </p:nvSpPr>
        <p:spPr>
          <a:xfrm>
            <a:off x="2407920" y="519112"/>
            <a:ext cx="30628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{{PAGE_TITLE}}</a:t>
            </a:r>
          </a:p>
        </p:txBody>
      </p:sp>
      <p:grpSp>
        <p:nvGrpSpPr>
          <p:cNvPr id="15" name="image-text-picture-slot Proxy Content"/>
          <p:cNvGrpSpPr/>
          <p:nvPr/>
        </p:nvGrpSpPr>
        <p:grpSpPr>
          <a:xfrm>
            <a:off x="685800" y="1466850"/>
            <a:ext cx="5619750" cy="4438650"/>
            <a:chOff x="685800" y="1466850"/>
            <a:chExt cx="5619750" cy="4438650"/>
          </a:xfrm>
        </p:grpSpPr>
        <p:sp>
          <p:nvSpPr>
            <p:cNvPr id="12" name="Rectangle 12"/>
            <p:cNvSpPr/>
            <p:nvPr/>
          </p:nvSpPr>
          <p:spPr>
            <a:xfrm>
              <a:off x="685800" y="1466850"/>
              <a:ext cx="5619750" cy="4438650"/>
            </a:xfrm>
            <a:prstGeom prst="roundRect">
              <a:avLst>
                <a:gd name="adj" fmla="val 7296"/>
              </a:avLst>
            </a:prstGeom>
            <a:solidFill>
              <a:srgbClr val="FFFCF1"/>
            </a:solidFill>
            <a:ln w="19050">
              <a:solidFill>
                <a:srgbClr val="EFC9CC"/>
              </a:solidFill>
              <a:custDash>
                <a:ds d="500000" sp="500000"/>
              </a:custDash>
            </a:ln>
            <a:effectLst>
              <a:outerShdw blurRad="228600" dist="60241" dir="4293903" algn="tl" rotWithShape="0">
                <a:srgbClr val="851321">
                  <a:alpha val="825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1009650" y="1790700"/>
              <a:ext cx="4972050" cy="3790950"/>
            </a:xfrm>
            <a:prstGeom prst="roundRect">
              <a:avLst>
                <a:gd name="adj" fmla="val 6030"/>
              </a:avLst>
            </a:prstGeom>
            <a:solidFill>
              <a:srgbClr val="FFFFFF">
                <a:alpha val="62000"/>
              </a:srgbClr>
            </a:solidFill>
            <a:ln w="9525">
              <a:solidFill>
                <a:srgbClr val="EEDBD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97214" y="3593782"/>
              <a:ext cx="21969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B9A7A3"/>
                  </a:solidFill>
                  <a:latin typeface="Cambria"/>
                  <a:ea typeface="Cambria"/>
                  <a:cs typeface="Cambria"/>
                </a:rPr>
                <a:t>{{IMAGE_AREA}}</a:t>
              </a:r>
            </a:p>
          </p:txBody>
        </p:sp>
      </p:grpSp>
      <p:sp>
        <p:nvSpPr>
          <p:cNvPr id="16" name="image-text-copy-title-slot Placeholder Carrier"/>
          <p:cNvSpPr txBox="1"/>
          <p:nvPr>
            <p:ph type="body" idx="2"/>
          </p:nvPr>
        </p:nvSpPr>
        <p:spPr>
          <a:xfrm>
            <a:off x="6979920" y="2043112"/>
            <a:ext cx="30628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{{TEXT_TITLE}}</a:t>
            </a:r>
          </a:p>
        </p:txBody>
      </p:sp>
      <p:sp>
        <p:nvSpPr>
          <p:cNvPr id="18" name="image-text-copy-body-slot Placeholder Carrier"/>
          <p:cNvSpPr txBox="1"/>
          <p:nvPr>
            <p:ph type="body" idx="3"/>
          </p:nvPr>
        </p:nvSpPr>
        <p:spPr>
          <a:xfrm>
            <a:off x="6983349" y="3106579"/>
            <a:ext cx="2015452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80" dirty="0">
                <a:solidFill>
                  <a:srgbClr val="514C48"/>
                </a:solidFill>
                <a:latin typeface="Cambria"/>
                <a:ea typeface="Cambria"/>
                <a:cs typeface="Cambria"/>
              </a:rPr>
              <a:t>{{TEXT_BODY}}</a:t>
            </a:r>
          </a:p>
        </p:txBody>
      </p:sp>
      <p:sp>
        <p:nvSpPr>
          <p:cNvPr id="20" name="image-text-page-number-slot Placeholder Carrier"/>
          <p:cNvSpPr txBox="1"/>
          <p:nvPr>
            <p:ph type="sldNum" idx="4"/>
          </p:nvPr>
        </p:nvSpPr>
        <p:spPr>
          <a:xfrm>
            <a:off x="10267645" y="6477952"/>
            <a:ext cx="1243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{{PAGE_NUM}}</a:t>
            </a:r>
          </a:p>
        </p:txBody>
      </p:sp>
      <p:sp>
        <p:nvSpPr>
          <p:cNvPr id="21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685800" y="1466850"/>
            <a:ext cx="5619750" cy="44386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pi-page-title-slot Placeholder Carrier"/>
          <p:cNvSpPr txBox="1"/>
          <p:nvPr>
            <p:ph type="title"/>
          </p:nvPr>
        </p:nvSpPr>
        <p:spPr>
          <a:xfrm>
            <a:off x="2255520" y="481012"/>
            <a:ext cx="30628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2D2D2D"/>
                </a:solidFill>
                <a:latin typeface="Cambria"/>
                <a:ea typeface="Cambria"/>
                <a:cs typeface="Cambria"/>
              </a:rPr>
              <a:t>{{PAGE_TITLE}}</a:t>
            </a:r>
          </a:p>
        </p:txBody>
      </p:sp>
      <p:sp>
        <p:nvSpPr>
          <p:cNvPr id="16" name="kpi-value-1-slot Placeholder Carrier"/>
          <p:cNvSpPr txBox="1"/>
          <p:nvPr>
            <p:ph type="body" idx="1"/>
          </p:nvPr>
        </p:nvSpPr>
        <p:spPr>
          <a:xfrm>
            <a:off x="975360" y="1676400"/>
            <a:ext cx="25876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000" b="1" dirty="0">
                <a:solidFill>
                  <a:srgbClr val="EA5756"/>
                </a:solidFill>
                <a:latin typeface="Cambria"/>
                <a:ea typeface="Cambria"/>
                <a:cs typeface="Cambria"/>
              </a:rPr>
              <a:t>{{KPI_1}}</a:t>
            </a:r>
          </a:p>
        </p:txBody>
      </p:sp>
      <p:sp>
        <p:nvSpPr>
          <p:cNvPr id="18" name="kpi-value-2-slot Placeholder Carrier"/>
          <p:cNvSpPr txBox="1"/>
          <p:nvPr>
            <p:ph type="body" idx="2"/>
          </p:nvPr>
        </p:nvSpPr>
        <p:spPr>
          <a:xfrm>
            <a:off x="4718685" y="1676400"/>
            <a:ext cx="25876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000" b="1" dirty="0">
                <a:solidFill>
                  <a:srgbClr val="23AF69"/>
                </a:solidFill>
                <a:latin typeface="Cambria"/>
                <a:ea typeface="Cambria"/>
                <a:cs typeface="Cambria"/>
              </a:rPr>
              <a:t>{{KPI_2}}</a:t>
            </a:r>
          </a:p>
        </p:txBody>
      </p:sp>
      <p:sp>
        <p:nvSpPr>
          <p:cNvPr id="20" name="kpi-value-3-slot Placeholder Carrier"/>
          <p:cNvSpPr txBox="1"/>
          <p:nvPr>
            <p:ph type="body" idx="3"/>
          </p:nvPr>
        </p:nvSpPr>
        <p:spPr>
          <a:xfrm>
            <a:off x="8462010" y="1676400"/>
            <a:ext cx="25876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000" b="1" dirty="0">
                <a:solidFill>
                  <a:srgbClr val="EA5756"/>
                </a:solidFill>
                <a:latin typeface="Cambria"/>
                <a:ea typeface="Cambria"/>
                <a:cs typeface="Cambria"/>
              </a:rPr>
              <a:t>{{KPI_3}}</a:t>
            </a:r>
          </a:p>
        </p:txBody>
      </p:sp>
      <p:grpSp>
        <p:nvGrpSpPr>
          <p:cNvPr id="30" name="kpi-chart-slot Proxy Content"/>
          <p:cNvGrpSpPr/>
          <p:nvPr/>
        </p:nvGrpSpPr>
        <p:grpSpPr>
          <a:xfrm>
            <a:off x="685800" y="2590800"/>
            <a:ext cx="10820400" cy="2952750"/>
            <a:chOff x="685800" y="2590800"/>
            <a:chExt cx="10820400" cy="2952750"/>
          </a:xfrm>
        </p:grpSpPr>
        <p:sp>
          <p:nvSpPr>
            <p:cNvPr id="22" name="Rectangle 22"/>
            <p:cNvSpPr/>
            <p:nvPr/>
          </p:nvSpPr>
          <p:spPr>
            <a:xfrm>
              <a:off x="685800" y="2590800"/>
              <a:ext cx="10820400" cy="2952750"/>
            </a:xfrm>
            <a:prstGeom prst="roundRect">
              <a:avLst>
                <a:gd name="adj" fmla="val 10323"/>
              </a:avLst>
            </a:prstGeom>
            <a:solidFill>
              <a:srgbClr val="FFFCF1"/>
            </a:solidFill>
            <a:ln w="19050">
              <a:solidFill>
                <a:srgbClr val="EFC9CC"/>
              </a:solidFill>
              <a:custDash>
                <a:ds d="500000" sp="500000"/>
              </a:custDash>
            </a:ln>
            <a:effectLst>
              <a:outerShdw blurRad="190500" dist="51294" dir="4091915" algn="tl" rotWithShape="0">
                <a:srgbClr val="851321">
                  <a:alpha val="7500"/>
                </a:srgbClr>
              </a:outerShdw>
            </a:effectLst>
          </p:spPr>
        </p:sp>
        <p:sp>
          <p:nvSpPr>
            <p:cNvPr id="23" name="Line 23"/>
            <p:cNvSpPr/>
            <p:nvPr/>
          </p:nvSpPr>
          <p:spPr>
            <a:xfrm>
              <a:off x="1219200" y="4953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9050">
              <a:solidFill>
                <a:srgbClr val="D8C5C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95500" y="4019550"/>
              <a:ext cx="876300" cy="933450"/>
            </a:xfrm>
            <a:prstGeom prst="roundRect">
              <a:avLst>
                <a:gd name="adj" fmla="val 17391"/>
              </a:avLst>
            </a:prstGeom>
            <a:solidFill>
              <a:srgbClr val="EA5756">
                <a:alpha val="28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38550" y="3390900"/>
              <a:ext cx="876300" cy="1562100"/>
            </a:xfrm>
            <a:prstGeom prst="roundRect">
              <a:avLst>
                <a:gd name="adj" fmla="val 17391"/>
              </a:avLst>
            </a:prstGeom>
            <a:solidFill>
              <a:srgbClr val="23AF69">
                <a:alpha val="28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81600" y="3714750"/>
              <a:ext cx="876300" cy="1238250"/>
            </a:xfrm>
            <a:prstGeom prst="roundRect">
              <a:avLst>
                <a:gd name="adj" fmla="val 17391"/>
              </a:avLst>
            </a:prstGeom>
            <a:solidFill>
              <a:srgbClr val="EA5756">
                <a:alpha val="28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24650" y="3124200"/>
              <a:ext cx="876300" cy="1828800"/>
            </a:xfrm>
            <a:prstGeom prst="roundRect">
              <a:avLst>
                <a:gd name="adj" fmla="val 17391"/>
              </a:avLst>
            </a:prstGeom>
            <a:solidFill>
              <a:srgbClr val="23AF69">
                <a:alpha val="28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67700" y="3562350"/>
              <a:ext cx="876300" cy="1390650"/>
            </a:xfrm>
            <a:prstGeom prst="roundRect">
              <a:avLst>
                <a:gd name="adj" fmla="val 17391"/>
              </a:avLst>
            </a:prstGeom>
            <a:solidFill>
              <a:srgbClr val="EA5756">
                <a:alpha val="28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46668" y="2864168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B9A7A3"/>
                  </a:solidFill>
                  <a:latin typeface="Cambria"/>
                  <a:ea typeface="Cambria"/>
                  <a:cs typeface="Cambria"/>
                </a:rPr>
                <a:t>{{CHART_AREA}}</a:t>
              </a:r>
            </a:p>
          </p:txBody>
        </p:sp>
      </p:grpSp>
      <p:sp>
        <p:nvSpPr>
          <p:cNvPr id="31" name="kpi-takeaway-slot Placeholder Carrier"/>
          <p:cNvSpPr txBox="1"/>
          <p:nvPr>
            <p:ph type="body" idx="5"/>
          </p:nvPr>
        </p:nvSpPr>
        <p:spPr>
          <a:xfrm>
            <a:off x="8694245" y="5958364"/>
            <a:ext cx="15853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{{TAKEAWAY}}</a:t>
            </a:r>
          </a:p>
        </p:txBody>
      </p:sp>
      <p:sp>
        <p:nvSpPr>
          <p:cNvPr id="33" name="kpi-page-number-slot Placeholder Carrier"/>
          <p:cNvSpPr txBox="1"/>
          <p:nvPr>
            <p:ph type="sldNum" idx="6"/>
          </p:nvPr>
        </p:nvSpPr>
        <p:spPr>
          <a:xfrm>
            <a:off x="10267645" y="6516052"/>
            <a:ext cx="1243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D8580"/>
                </a:solidFill>
                <a:latin typeface="Cambria"/>
                <a:ea typeface="Cambria"/>
                <a:cs typeface="Cambria"/>
              </a:rPr>
              <a:t>{{PAGE_NUM}}</a:t>
            </a:r>
          </a:p>
        </p:txBody>
      </p:sp>
      <p:sp>
        <p:nvSpPr>
          <p:cNvPr id="34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685800" y="2590800"/>
            <a:ext cx="10820400" cy="2952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nding-title-slot Placeholder Carrier"/>
          <p:cNvSpPr txBox="1"/>
          <p:nvPr>
            <p:ph type="title"/>
          </p:nvPr>
        </p:nvSpPr>
        <p:spPr>
          <a:xfrm>
            <a:off x="4405160" y="3295650"/>
            <a:ext cx="4029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{{THANK_YOU}}</a:t>
            </a:r>
          </a:p>
        </p:txBody>
      </p:sp>
      <p:sp>
        <p:nvSpPr>
          <p:cNvPr id="15" name="ending-subtitle-slot Placeholder Carrier"/>
          <p:cNvSpPr txBox="1"/>
          <p:nvPr>
            <p:ph type="subTitle" idx="1"/>
          </p:nvPr>
        </p:nvSpPr>
        <p:spPr>
          <a:xfrm>
            <a:off x="4928826" y="4366736"/>
            <a:ext cx="298204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720" dirty="0">
                <a:solidFill>
                  <a:srgbClr val="514C48"/>
                </a:solidFill>
                <a:latin typeface="Cambria"/>
                <a:ea typeface="Cambria"/>
                <a:cs typeface="Cambria"/>
              </a:rPr>
              <a:t>{{ENDING_SUBTITLE}}</a:t>
            </a:r>
          </a:p>
        </p:txBody>
      </p:sp>
      <p:sp>
        <p:nvSpPr>
          <p:cNvPr id="17" name="ending-contact-slot Placeholder Carrier"/>
          <p:cNvSpPr txBox="1"/>
          <p:nvPr>
            <p:ph type="body" idx="2"/>
          </p:nvPr>
        </p:nvSpPr>
        <p:spPr>
          <a:xfrm>
            <a:off x="5317375" y="4997768"/>
            <a:ext cx="22049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b="1" dirty="0">
                <a:solidFill>
                  <a:srgbClr val="EA5756"/>
                </a:solidFill>
                <a:latin typeface="Cambria"/>
                <a:ea typeface="Cambria"/>
                <a:cs typeface="Cambria"/>
              </a:rPr>
              <a:t>{{CONTACT_INFO}}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2026-07-17T04:34:44Z</dcterms:created>
  <dcterms:modified xsi:type="dcterms:W3CDTF">2026-07-17T04:34:44Z</dcterms:modified>
  <cp:category/>
  <cp:contentStatus/>
</cp:coreProperties>
</file>